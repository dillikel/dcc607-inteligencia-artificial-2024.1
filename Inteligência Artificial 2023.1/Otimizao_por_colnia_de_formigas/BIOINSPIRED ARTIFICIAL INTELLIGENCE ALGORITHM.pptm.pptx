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y="6858000" cx="12192000"/>
  <p:notesSz cx="6858000" cy="9144000"/>
  <p:embeddedFontLst>
    <p:embeddedFont>
      <p:font typeface="Montserrat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9" roundtripDataSignature="AMtx7miyBJm0kr03w7cSHzFRQyEhB1RG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font" Target="fonts/Montserrat-bold.fntdata"/><Relationship Id="rId21" Type="http://schemas.openxmlformats.org/officeDocument/2006/relationships/slide" Target="slides/slide17.xml"/><Relationship Id="rId65" Type="http://schemas.openxmlformats.org/officeDocument/2006/relationships/font" Target="fonts/Montserrat-regular.fntdata"/><Relationship Id="rId24" Type="http://schemas.openxmlformats.org/officeDocument/2006/relationships/slide" Target="slides/slide20.xml"/><Relationship Id="rId68" Type="http://schemas.openxmlformats.org/officeDocument/2006/relationships/font" Target="fonts/Montserrat-boldItalic.fntdata"/><Relationship Id="rId23" Type="http://schemas.openxmlformats.org/officeDocument/2006/relationships/slide" Target="slides/slide19.xml"/><Relationship Id="rId67" Type="http://schemas.openxmlformats.org/officeDocument/2006/relationships/font" Target="fonts/Montserrat-italic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customschemas.google.com/relationships/presentationmetadata" Target="meta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449" name="Google Shape;4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490" name="Google Shape;4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520" name="Google Shape;5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548" name="Google Shape;5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562" name="Google Shape;56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619" name="Google Shape;61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710" name="Google Shape;71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773" name="Google Shape;7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794" name="Google Shape;79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850" name="Google Shape;85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13" name="Google Shape;91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78" name="Google Shape;97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43" name="Google Shape;104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66" name="Google Shape;106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89" name="Google Shape;108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14" name="Google Shape;111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41" name="Google Shape;114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50" name="Google Shape;115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75" name="Google Shape;117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02" name="Google Shape;120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11" name="Google Shape;121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36" name="Google Shape;123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63" name="Google Shape;126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72" name="Google Shape;127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95" name="Google Shape;129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20" name="Google Shape;132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47" name="Google Shape;134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56" name="Google Shape;135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69" name="Google Shape;136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94" name="Google Shape;139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21" name="Google Shape;142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46" name="Google Shape;144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72" name="Google Shape;1472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97" name="Google Shape;149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24" name="Google Shape;1524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49" name="Google Shape;1549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75" name="Google Shape;157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99" name="Google Shape;1599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08" name="Google Shape;160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37" name="Google Shape;1637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70" name="Google Shape;1670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03" name="Google Shape;1703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33" name="Google Shape;1733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64" name="Google Shape;1764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94" name="Google Shape;1794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26" name="Google Shape;1826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58" name="Google Shape;1858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89" name="Google Shape;1889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19" name="Google Shape;1919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49" name="Google Shape;1949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2"/>
          <p:cNvSpPr txBox="1"/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2"/>
          <p:cNvSpPr txBox="1"/>
          <p:nvPr>
            <p:ph idx="1"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7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Relationship Id="rId8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41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46.png"/><Relationship Id="rId7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5" Type="http://schemas.openxmlformats.org/officeDocument/2006/relationships/image" Target="../media/image38.png"/><Relationship Id="rId6" Type="http://schemas.openxmlformats.org/officeDocument/2006/relationships/image" Target="../media/image49.png"/><Relationship Id="rId7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12D86"/>
            </a:gs>
            <a:gs pos="100000">
              <a:srgbClr val="0E2557"/>
            </a:gs>
          </a:gsLst>
          <a:lin ang="5400000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3359905" y="3717170"/>
            <a:ext cx="6476760" cy="182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600" u="none" cap="none" strike="noStrike">
                <a:solidFill>
                  <a:srgbClr val="ACCBF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INTELIGÊNCIA ARTIFICIAL</a:t>
            </a:r>
            <a:endParaRPr b="0" i="0" sz="6600" u="none" cap="none" strike="noStrike">
              <a:solidFill>
                <a:srgbClr val="ACCBF9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418920" y="2420280"/>
            <a:ext cx="4172400" cy="685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6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Prof. Filipe Dwan Pereira</a:t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60" y="3285795"/>
            <a:ext cx="2285640" cy="2285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9160" y="1487520"/>
            <a:ext cx="3035520" cy="9964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2352040" y="6021705"/>
            <a:ext cx="7183755" cy="70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Otimização por colônia de formigas</a:t>
            </a:r>
            <a:endParaRPr b="1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1926480" y="1600200"/>
            <a:ext cx="8363520" cy="449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9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Disclaimer:</a:t>
            </a:r>
            <a:endParaRPr b="0" i="0" sz="2900" u="none" cap="none" strike="noStrike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Esta aula é baseada nos slides e materiais do professor Guilherme Matos - IA Expert Academy</a:t>
            </a:r>
            <a:r>
              <a:rPr b="0" i="0" lang="pt-BR" sz="29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b="0" i="0" sz="29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ANT COLONY OPTIMIZATION (ACO)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522906" y="2176342"/>
            <a:ext cx="46586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proposed by Dorigo, in 1992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22907" y="2856068"/>
            <a:ext cx="50225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based on the foraging behavior of ants in search for food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22906" y="3605223"/>
            <a:ext cx="50225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Ants communicate with pheromones, and they tend to follow pheromone trails (stygmergy)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evaporates with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7991061" y="1594610"/>
            <a:ext cx="2160323" cy="36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7678955" y="2146466"/>
            <a:ext cx="337930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1.Internet routing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2.GPS systems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3.Edge detection in images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22906" y="1594610"/>
            <a:ext cx="45316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 Colony Optimization (ACO)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2309410" y="278425"/>
            <a:ext cx="7573180" cy="46166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PHEROMONE RELEASE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ormiga com preenchimento sólido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326613">
            <a:off x="-756844" y="221923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756555">
            <a:off x="-637403" y="330586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756555">
            <a:off x="2379516" y="288950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756555">
            <a:off x="5322844" y="303135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756555">
            <a:off x="7893495" y="303893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7388" y="2436426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7761" y="2581582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6548" y="2540175"/>
            <a:ext cx="565785" cy="50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2309410" y="278425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PHEROMONE EVAPORATION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ormiga com preenchimento sólido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828424">
            <a:off x="3197417" y="227249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756555">
            <a:off x="1364056" y="2116112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330744">
            <a:off x="5571213" y="345491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925929">
            <a:off x="4963075" y="251173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787125">
            <a:off x="4698376" y="431387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858052" y="448315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1330744" y="425346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0312" y="1690818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2573" y="2980255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7466" y="2055505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8126" y="1930541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0527" y="3701201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7222" y="4001690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6564" y="3773898"/>
            <a:ext cx="565785" cy="50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7" name="Google Shape;147;p6"/>
          <p:cNvGrpSpPr/>
          <p:nvPr/>
        </p:nvGrpSpPr>
        <p:grpSpPr>
          <a:xfrm>
            <a:off x="5256964" y="2796812"/>
            <a:ext cx="2017180" cy="1825788"/>
            <a:chOff x="5521044" y="1541880"/>
            <a:chExt cx="2278733" cy="2160326"/>
          </a:xfrm>
        </p:grpSpPr>
        <p:sp>
          <p:nvSpPr>
            <p:cNvPr id="148" name="Google Shape;148;p6"/>
            <p:cNvSpPr/>
            <p:nvPr/>
          </p:nvSpPr>
          <p:spPr>
            <a:xfrm>
              <a:off x="5521044" y="1541880"/>
              <a:ext cx="2278733" cy="1640964"/>
            </a:xfrm>
            <a:custGeom>
              <a:rect b="b" l="l" r="r" t="t"/>
              <a:pathLst>
                <a:path extrusionOk="0" h="1640964" w="2278733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cap="flat" cmpd="sng" w="28575">
              <a:solidFill>
                <a:srgbClr val="3856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" name="Google Shape;149;p6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150" name="Google Shape;150;p6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rect b="b" l="l" r="r" t="t"/>
                <a:pathLst>
                  <a:path extrusionOk="0" h="938477" w="2075804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6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6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6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Formiga com preenchimento sólido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864076">
            <a:off x="4702462" y="405233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rosquinha com cobertura"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9459" y="1909291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2316648" y="1724625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iga com preenchimento sólido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666607">
            <a:off x="4732695" y="3599828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6034023">
            <a:off x="5425868" y="428323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194200">
            <a:off x="7094312" y="3678031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7011960" y="416101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750264">
            <a:off x="6383809" y="4351008"/>
            <a:ext cx="678729" cy="678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7"/>
          <p:cNvGrpSpPr/>
          <p:nvPr/>
        </p:nvGrpSpPr>
        <p:grpSpPr>
          <a:xfrm>
            <a:off x="5256964" y="2796812"/>
            <a:ext cx="2017180" cy="1825788"/>
            <a:chOff x="5521044" y="1541880"/>
            <a:chExt cx="2278733" cy="2160326"/>
          </a:xfrm>
        </p:grpSpPr>
        <p:sp>
          <p:nvSpPr>
            <p:cNvPr id="167" name="Google Shape;167;p7"/>
            <p:cNvSpPr/>
            <p:nvPr/>
          </p:nvSpPr>
          <p:spPr>
            <a:xfrm>
              <a:off x="5521044" y="1541880"/>
              <a:ext cx="2278733" cy="1640964"/>
            </a:xfrm>
            <a:custGeom>
              <a:rect b="b" l="l" r="r" t="t"/>
              <a:pathLst>
                <a:path extrusionOk="0" h="1640964" w="2278733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cap="flat" cmpd="sng" w="28575">
              <a:solidFill>
                <a:srgbClr val="3856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" name="Google Shape;168;p7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169" name="Google Shape;169;p7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rect b="b" l="l" r="r" t="t"/>
                <a:pathLst>
                  <a:path extrusionOk="0" h="938477" w="2075804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Formiga com preenchimento sólido"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864076">
            <a:off x="4702462" y="405233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rosquinha com cobertura" id="174" name="Google Shape;1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9459" y="1909291"/>
            <a:ext cx="1177233" cy="1177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666607">
            <a:off x="4732695" y="3599828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6034023">
            <a:off x="5425868" y="428323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194200">
            <a:off x="7094312" y="3678031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7011960" y="416101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750264">
            <a:off x="6383809" y="4351008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"/>
          <p:cNvGrpSpPr/>
          <p:nvPr/>
        </p:nvGrpSpPr>
        <p:grpSpPr>
          <a:xfrm>
            <a:off x="5028364" y="2386887"/>
            <a:ext cx="2017180" cy="1825788"/>
            <a:chOff x="5521044" y="1541880"/>
            <a:chExt cx="2278733" cy="2160326"/>
          </a:xfrm>
        </p:grpSpPr>
        <p:sp>
          <p:nvSpPr>
            <p:cNvPr id="186" name="Google Shape;186;p8"/>
            <p:cNvSpPr/>
            <p:nvPr/>
          </p:nvSpPr>
          <p:spPr>
            <a:xfrm>
              <a:off x="5521044" y="1541880"/>
              <a:ext cx="2278733" cy="1640964"/>
            </a:xfrm>
            <a:custGeom>
              <a:rect b="b" l="l" r="r" t="t"/>
              <a:pathLst>
                <a:path extrusionOk="0" h="1640964" w="2278733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cap="flat" cmpd="sng" w="28575">
              <a:solidFill>
                <a:srgbClr val="3856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" name="Google Shape;187;p8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188" name="Google Shape;188;p8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rect b="b" l="l" r="r" t="t"/>
                <a:pathLst>
                  <a:path extrusionOk="0" h="938477" w="2075804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8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8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Formiga com preenchimento sólido"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864076">
            <a:off x="663827" y="286056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rosquinha com cobertura" id="193" name="Google Shape;1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859" y="1499366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 txBox="1"/>
          <p:nvPr/>
        </p:nvSpPr>
        <p:spPr>
          <a:xfrm>
            <a:off x="2088048" y="1314700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iga com preenchimento sólido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666607">
            <a:off x="2917693" y="168068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6034023">
            <a:off x="1244184" y="479849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194200">
            <a:off x="8677930" y="174861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98" name="Google Shape;1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046178" y="316364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750264">
            <a:off x="8008087" y="4671530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3595424" y="2133379"/>
            <a:ext cx="263898" cy="240012"/>
          </a:xfrm>
          <a:prstGeom prst="ellipse">
            <a:avLst/>
          </a:prstGeom>
          <a:solidFill>
            <a:srgbClr val="7F6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994092" y="2477925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337956" y="2837171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790487" y="3124480"/>
            <a:ext cx="263898" cy="240012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451808" y="3612750"/>
            <a:ext cx="263898" cy="240012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846338" y="3483198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958948" y="3702432"/>
            <a:ext cx="263898" cy="240012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256612" y="3346203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534937" y="3241546"/>
            <a:ext cx="263898" cy="240012"/>
          </a:xfrm>
          <a:prstGeom prst="ellipse">
            <a:avLst/>
          </a:prstGeom>
          <a:solidFill>
            <a:srgbClr val="7F6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615057" y="3804625"/>
            <a:ext cx="263898" cy="240012"/>
          </a:xfrm>
          <a:prstGeom prst="ellipse">
            <a:avLst/>
          </a:prstGeom>
          <a:solidFill>
            <a:srgbClr val="FEE599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584911" y="3782155"/>
            <a:ext cx="263898" cy="240012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7045544" y="3913354"/>
            <a:ext cx="263898" cy="240012"/>
          </a:xfrm>
          <a:prstGeom prst="ellipse">
            <a:avLst/>
          </a:prstGeom>
          <a:solidFill>
            <a:srgbClr val="FEE599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124786" y="2213022"/>
            <a:ext cx="263898" cy="240012"/>
          </a:xfrm>
          <a:prstGeom prst="ellipse">
            <a:avLst/>
          </a:prstGeom>
          <a:solidFill>
            <a:srgbClr val="7F6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653075" y="2563631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223131" y="3001534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845444" y="3426854"/>
            <a:ext cx="263898" cy="240012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185559" y="4888705"/>
            <a:ext cx="263898" cy="240012"/>
          </a:xfrm>
          <a:prstGeom prst="ellipse">
            <a:avLst/>
          </a:prstGeom>
          <a:solidFill>
            <a:srgbClr val="7F6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584911" y="4750988"/>
            <a:ext cx="263898" cy="240012"/>
          </a:xfrm>
          <a:prstGeom prst="ellipse">
            <a:avLst/>
          </a:prstGeom>
          <a:solidFill>
            <a:srgbClr val="7F6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977393" y="4526602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44406" y="4153366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2804194" y="4709417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427283" y="4552376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108489" y="4185977"/>
            <a:ext cx="263898" cy="240012"/>
          </a:xfrm>
          <a:prstGeom prst="ellipse">
            <a:avLst/>
          </a:prstGeom>
          <a:solidFill>
            <a:srgbClr val="FEE599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8723456" y="4018796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8192429" y="3782155"/>
            <a:ext cx="263898" cy="240012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9243862" y="4153366"/>
            <a:ext cx="263898" cy="240012"/>
          </a:xfrm>
          <a:prstGeom prst="ellipse">
            <a:avLst/>
          </a:prstGeom>
          <a:solidFill>
            <a:srgbClr val="BF9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9782280" y="3852762"/>
            <a:ext cx="263898" cy="240012"/>
          </a:xfrm>
          <a:prstGeom prst="ellipse">
            <a:avLst/>
          </a:prstGeom>
          <a:solidFill>
            <a:srgbClr val="7F6000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4444" y="4312364"/>
            <a:ext cx="263898" cy="240012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019041" y="4468024"/>
            <a:ext cx="263898" cy="240012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9"/>
          <p:cNvGrpSpPr/>
          <p:nvPr/>
        </p:nvGrpSpPr>
        <p:grpSpPr>
          <a:xfrm>
            <a:off x="4780801" y="2066139"/>
            <a:ext cx="2017180" cy="1825788"/>
            <a:chOff x="5521044" y="1541880"/>
            <a:chExt cx="2278733" cy="2160326"/>
          </a:xfrm>
        </p:grpSpPr>
        <p:sp>
          <p:nvSpPr>
            <p:cNvPr id="235" name="Google Shape;235;p9"/>
            <p:cNvSpPr/>
            <p:nvPr/>
          </p:nvSpPr>
          <p:spPr>
            <a:xfrm>
              <a:off x="5521044" y="1541880"/>
              <a:ext cx="2278733" cy="1640964"/>
            </a:xfrm>
            <a:custGeom>
              <a:rect b="b" l="l" r="r" t="t"/>
              <a:pathLst>
                <a:path extrusionOk="0" h="1640964" w="2278733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cap="flat" cmpd="sng" w="28575">
              <a:solidFill>
                <a:srgbClr val="3856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6" name="Google Shape;236;p9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237" name="Google Shape;237;p9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rect b="b" l="l" r="r" t="t"/>
                <a:pathLst>
                  <a:path extrusionOk="0" h="938477" w="2075804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Formiga com preenchimento sólido" id="241" name="Google Shape;2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199830">
            <a:off x="4068801" y="3124318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rosquinha com cobertura" id="242" name="Google Shape;2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3296" y="1178618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 txBox="1"/>
          <p:nvPr/>
        </p:nvSpPr>
        <p:spPr>
          <a:xfrm>
            <a:off x="1840485" y="993952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iga com preenchimento sólido" id="244" name="Google Shape;2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7160893">
            <a:off x="4157503" y="2453568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861399">
            <a:off x="5073568" y="361187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144147">
            <a:off x="6523415" y="300317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247" name="Google Shape;2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565258">
            <a:off x="6458610" y="343803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248" name="Google Shape;2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56969">
            <a:off x="5797602" y="3485978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/>
          <p:nvPr/>
        </p:nvSpPr>
        <p:spPr>
          <a:xfrm>
            <a:off x="3968837" y="2357627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752937" y="2054150"/>
            <a:ext cx="215900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270337" y="1887806"/>
            <a:ext cx="381000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2736937" y="1836940"/>
            <a:ext cx="469900" cy="64812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2676060" y="1977952"/>
            <a:ext cx="124377" cy="343356"/>
          </a:xfrm>
          <a:custGeom>
            <a:rect b="b" l="l" r="r" t="t"/>
            <a:pathLst>
              <a:path extrusionOk="0" h="343356" w="124377">
                <a:moveTo>
                  <a:pt x="48177" y="0"/>
                </a:moveTo>
                <a:cubicBezTo>
                  <a:pt x="35477" y="21167"/>
                  <a:pt x="12661" y="38951"/>
                  <a:pt x="10077" y="63500"/>
                </a:cubicBezTo>
                <a:cubicBezTo>
                  <a:pt x="-9984" y="254084"/>
                  <a:pt x="-1487" y="192489"/>
                  <a:pt x="48177" y="279400"/>
                </a:cubicBezTo>
                <a:cubicBezTo>
                  <a:pt x="80390" y="335774"/>
                  <a:pt x="55032" y="328739"/>
                  <a:pt x="111677" y="342900"/>
                </a:cubicBezTo>
                <a:cubicBezTo>
                  <a:pt x="115784" y="343927"/>
                  <a:pt x="120144" y="342900"/>
                  <a:pt x="124377" y="3429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838537" y="238435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3283037" y="2521899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 rot="-888150">
            <a:off x="3767706" y="2697634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 rot="-1509002">
            <a:off x="3749274" y="3089561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 rot="-1509002">
            <a:off x="3414561" y="2976744"/>
            <a:ext cx="215900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 rot="-1509002">
            <a:off x="2877766" y="2989600"/>
            <a:ext cx="381000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 flipH="1" rot="10385278">
            <a:off x="2357904" y="3081797"/>
            <a:ext cx="469900" cy="82357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 rot="-1509002">
            <a:off x="1093657" y="3276794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 rot="-1509002">
            <a:off x="3179611" y="3537448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 rot="-2004045">
            <a:off x="3647666" y="3439350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 rot="600907">
            <a:off x="1935581" y="3105137"/>
            <a:ext cx="317500" cy="127073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 rot="-1509002">
            <a:off x="1363795" y="380948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 rot="-2528488">
            <a:off x="2748191" y="3618711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 rot="-1509002">
            <a:off x="2308117" y="3722923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 rot="-2322972">
            <a:off x="1492625" y="3202259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 rot="-1509002">
            <a:off x="852201" y="3784733"/>
            <a:ext cx="381000" cy="168924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 rot="2100546">
            <a:off x="512133" y="3599944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 rot="9343771">
            <a:off x="648728" y="3338684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 rot="-1509002">
            <a:off x="1836606" y="376788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 flipH="1" rot="2109909">
            <a:off x="7247480" y="3504904"/>
            <a:ext cx="263912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 flipH="1" rot="2109909">
            <a:off x="7650892" y="3455435"/>
            <a:ext cx="224325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 flipH="1" rot="2109909">
            <a:off x="8037790" y="3547953"/>
            <a:ext cx="395867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 rot="-9784371">
            <a:off x="8466676" y="3721870"/>
            <a:ext cx="488236" cy="82357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 flipH="1" rot="2109909">
            <a:off x="9809194" y="4140858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 flipH="1" rot="2109909">
            <a:off x="7627770" y="4034776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 flipH="1" rot="2604952">
            <a:off x="7166588" y="3856774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 flipH="1">
            <a:off x="9047676" y="3831211"/>
            <a:ext cx="329889" cy="127073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 flipH="1" rot="2109909">
            <a:off x="9436539" y="4618450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 flipH="1" rot="3129395">
            <a:off x="8061945" y="4186607"/>
            <a:ext cx="381000" cy="171542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 flipH="1" rot="2109909">
            <a:off x="8485960" y="4368985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 flipH="1" rot="2923879">
            <a:off x="9421877" y="3994854"/>
            <a:ext cx="381000" cy="171542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 flipH="1" rot="2109909">
            <a:off x="9964123" y="4683019"/>
            <a:ext cx="395867" cy="168924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 flipH="1" rot="-1499639">
            <a:off x="10345813" y="4560216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 flipH="1" rot="-8742864">
            <a:off x="10253258" y="4279182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 flipH="1" rot="2109909">
            <a:off x="8960280" y="4495258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 flipH="1" rot="303414">
            <a:off x="7143466" y="2894197"/>
            <a:ext cx="241236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 flipH="1" rot="303414">
            <a:off x="7436572" y="2676446"/>
            <a:ext cx="205050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 flipH="1" rot="303414">
            <a:off x="7749988" y="2547374"/>
            <a:ext cx="361854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 rot="10009134">
            <a:off x="8155982" y="2483942"/>
            <a:ext cx="446286" cy="82357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 flipH="1" rot="303414">
            <a:off x="9454206" y="2246405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 flipH="1" rot="303414">
            <a:off x="7676031" y="3154892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 flipH="1" rot="798457">
            <a:off x="7222059" y="3212374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 flipH="1" rot="-1806495">
            <a:off x="8691236" y="2345410"/>
            <a:ext cx="301545" cy="127073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 flipH="1" rot="303414">
            <a:off x="9399106" y="2830435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 flipH="1" rot="1322900">
            <a:off x="8081682" y="3097498"/>
            <a:ext cx="381000" cy="15680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 flipH="1" rot="303414">
            <a:off x="8522295" y="3050501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 flipH="1" rot="1117384">
            <a:off x="9060858" y="2308042"/>
            <a:ext cx="381000" cy="15680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 flipH="1" rot="303414">
            <a:off x="9849642" y="2644119"/>
            <a:ext cx="361854" cy="168924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 flipH="1" rot="-3306134">
            <a:off x="10088902" y="2363125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 flipH="1" rot="-10549359">
            <a:off x="9874737" y="2162448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 flipH="1" rot="303414">
            <a:off x="8960707" y="2942245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 rot="-2109909">
            <a:off x="4735525" y="3858508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 rot="-2109909">
            <a:off x="4385364" y="3809039"/>
            <a:ext cx="215900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-2109909">
            <a:off x="3847896" y="3901557"/>
            <a:ext cx="381000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 flipH="1" rot="9784371">
            <a:off x="3346217" y="4075474"/>
            <a:ext cx="469900" cy="82357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 rot="-2109909">
            <a:off x="2143019" y="449446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 rot="-2109909">
            <a:off x="4242517" y="4388380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 rot="-2604952">
            <a:off x="4686379" y="4210378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939438" y="4184815"/>
            <a:ext cx="317500" cy="127073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 rot="-2109909">
            <a:off x="2501679" y="4972054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 rot="-3129395">
            <a:off x="3831803" y="454343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 rot="-2109909">
            <a:off x="3416558" y="4722589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 rot="-2923879">
            <a:off x="2522945" y="4351679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 rot="-2109909">
            <a:off x="1993909" y="5036623"/>
            <a:ext cx="381000" cy="168924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 rot="1499639">
            <a:off x="1626554" y="4913820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 rot="8742864">
            <a:off x="1715633" y="4632786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 rot="-2109909">
            <a:off x="2960051" y="484886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 rot="-10526176">
            <a:off x="6375033" y="4220952"/>
            <a:ext cx="203374" cy="270741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 rot="-10526176">
            <a:off x="6581176" y="4460861"/>
            <a:ext cx="172868" cy="256576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 rot="-10526176">
            <a:off x="6818449" y="4722812"/>
            <a:ext cx="305061" cy="142374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 flipH="1" rot="1368104">
            <a:off x="7157788" y="4874042"/>
            <a:ext cx="376241" cy="83192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 rot="-10526176">
            <a:off x="8258888" y="5113110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 rot="-10526176">
            <a:off x="6897553" y="4121079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 rot="10578781">
            <a:off x="6509304" y="4032212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 rot="-8416267">
            <a:off x="7574794" y="4996268"/>
            <a:ext cx="254217" cy="128361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 rot="-10526176">
            <a:off x="8346379" y="4558534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 rot="10054338">
            <a:off x="7210672" y="4228102"/>
            <a:ext cx="384861" cy="13219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 rot="-10526176">
            <a:off x="7621945" y="4284136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 rot="10259854">
            <a:off x="7938291" y="5021504"/>
            <a:ext cx="384861" cy="13219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 rot="-10526176">
            <a:off x="8701980" y="4764812"/>
            <a:ext cx="305061" cy="170636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 rot="-6916628">
            <a:off x="8847673" y="5051630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 rot="326597">
            <a:off x="8598735" y="5276247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 rot="-10526176">
            <a:off x="7984582" y="4419661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b="1" i="0" sz="2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ormiga com preenchimento sólido" id="343" name="Google Shape;3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831896">
            <a:off x="4309276" y="3227263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rosquinha com cobertura" id="344" name="Google Shape;3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3296" y="1178618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0"/>
          <p:cNvSpPr txBox="1"/>
          <p:nvPr/>
        </p:nvSpPr>
        <p:spPr>
          <a:xfrm>
            <a:off x="1840485" y="993952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iga com preenchimento sólido" id="346" name="Google Shape;3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777489">
            <a:off x="4296928" y="270794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347" name="Google Shape;3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233655">
            <a:off x="5011287" y="3638351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348" name="Google Shape;3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899916">
            <a:off x="6344373" y="3002433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349" name="Google Shape;3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945887">
            <a:off x="6458610" y="343803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350" name="Google Shape;3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878902">
            <a:off x="5797602" y="3485978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0"/>
          <p:cNvSpPr/>
          <p:nvPr/>
        </p:nvSpPr>
        <p:spPr>
          <a:xfrm>
            <a:off x="4082506" y="2485150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3788831" y="2155818"/>
            <a:ext cx="215900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3280273" y="1925193"/>
            <a:ext cx="381000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2775124" y="1852358"/>
            <a:ext cx="469900" cy="64812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2676060" y="1977952"/>
            <a:ext cx="124377" cy="343356"/>
          </a:xfrm>
          <a:custGeom>
            <a:rect b="b" l="l" r="r" t="t"/>
            <a:pathLst>
              <a:path extrusionOk="0" h="343356" w="124377">
                <a:moveTo>
                  <a:pt x="48177" y="0"/>
                </a:moveTo>
                <a:cubicBezTo>
                  <a:pt x="35477" y="21167"/>
                  <a:pt x="12661" y="38951"/>
                  <a:pt x="10077" y="63500"/>
                </a:cubicBezTo>
                <a:cubicBezTo>
                  <a:pt x="-9984" y="254084"/>
                  <a:pt x="-1487" y="192489"/>
                  <a:pt x="48177" y="279400"/>
                </a:cubicBezTo>
                <a:cubicBezTo>
                  <a:pt x="80390" y="335774"/>
                  <a:pt x="55032" y="328739"/>
                  <a:pt x="111677" y="342900"/>
                </a:cubicBezTo>
                <a:cubicBezTo>
                  <a:pt x="115784" y="343927"/>
                  <a:pt x="120144" y="342900"/>
                  <a:pt x="124377" y="3429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2875938" y="2409820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418757" y="2637318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 rot="-888150">
            <a:off x="3892231" y="2787409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 rot="-1509002">
            <a:off x="3749274" y="3089561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 rot="-1509002">
            <a:off x="3414561" y="2976744"/>
            <a:ext cx="215900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 rot="-1509002">
            <a:off x="2877766" y="2989600"/>
            <a:ext cx="381000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 flipH="1" rot="10385278">
            <a:off x="2357904" y="3081797"/>
            <a:ext cx="469900" cy="82357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 rot="-1509002">
            <a:off x="1093657" y="3276794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 rot="-1509002">
            <a:off x="3179611" y="3537448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 rot="-2004045">
            <a:off x="3647666" y="3439350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 rot="600907">
            <a:off x="1935581" y="3105137"/>
            <a:ext cx="317500" cy="127073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 rot="-1509002">
            <a:off x="1363795" y="380948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 rot="-2528488">
            <a:off x="2748191" y="3618711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 rot="-1509002">
            <a:off x="2308117" y="3722923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 rot="-2322972">
            <a:off x="1492625" y="3202259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 rot="-1509002">
            <a:off x="852201" y="3784733"/>
            <a:ext cx="381000" cy="168924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 rot="2100546">
            <a:off x="512133" y="3599944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 rot="9343771">
            <a:off x="648728" y="3338684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 rot="-1509002">
            <a:off x="1836606" y="376788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 flipH="1" rot="2109909">
            <a:off x="7247480" y="3504904"/>
            <a:ext cx="263912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 flipH="1" rot="2109909">
            <a:off x="7650892" y="3455435"/>
            <a:ext cx="224325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 flipH="1" rot="2109909">
            <a:off x="8037790" y="3547953"/>
            <a:ext cx="395867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 rot="-9784371">
            <a:off x="8466676" y="3721870"/>
            <a:ext cx="488236" cy="82357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 flipH="1" rot="2109909">
            <a:off x="9809194" y="4140858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 flipH="1" rot="2109909">
            <a:off x="7627770" y="4034776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 flipH="1" rot="2604952">
            <a:off x="7166588" y="3856774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 flipH="1">
            <a:off x="9047676" y="3831211"/>
            <a:ext cx="329889" cy="127073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 flipH="1" rot="2109909">
            <a:off x="9436539" y="4618450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 flipH="1" rot="3129395">
            <a:off x="8061945" y="4186607"/>
            <a:ext cx="381000" cy="171542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 flipH="1" rot="2109909">
            <a:off x="8485960" y="4368985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 flipH="1" rot="2923879">
            <a:off x="9421877" y="3994854"/>
            <a:ext cx="381000" cy="171542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 flipH="1" rot="2109909">
            <a:off x="9964123" y="4683019"/>
            <a:ext cx="395867" cy="168924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 flipH="1" rot="-1499639">
            <a:off x="10345813" y="4560216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 flipH="1" rot="-8742864">
            <a:off x="10253258" y="4279182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 flipH="1" rot="2109909">
            <a:off x="8960280" y="4495258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 flipH="1" rot="303414">
            <a:off x="7143466" y="2894197"/>
            <a:ext cx="241236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 flipH="1" rot="303414">
            <a:off x="7436572" y="2676446"/>
            <a:ext cx="205050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 flipH="1" rot="303414">
            <a:off x="7749988" y="2547374"/>
            <a:ext cx="361854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 rot="10009134">
            <a:off x="8155982" y="2483942"/>
            <a:ext cx="446286" cy="82357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 flipH="1" rot="303414">
            <a:off x="9454206" y="2246405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 flipH="1" rot="303414">
            <a:off x="7676031" y="3154892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 flipH="1" rot="798457">
            <a:off x="7222059" y="3212374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 flipH="1" rot="-1806495">
            <a:off x="8691236" y="2345410"/>
            <a:ext cx="301545" cy="127073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 flipH="1" rot="303414">
            <a:off x="9399106" y="2830435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 flipH="1" rot="1322900">
            <a:off x="8081682" y="3097498"/>
            <a:ext cx="381000" cy="15680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 flipH="1" rot="303414">
            <a:off x="8522295" y="3050501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 flipH="1" rot="1117384">
            <a:off x="9060858" y="2308042"/>
            <a:ext cx="381000" cy="15680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 flipH="1" rot="303414">
            <a:off x="9849642" y="2644119"/>
            <a:ext cx="361854" cy="168924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 flipH="1" rot="-3306134">
            <a:off x="10088902" y="2363125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 flipH="1" rot="-10549359">
            <a:off x="9874737" y="2162448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 flipH="1" rot="303414">
            <a:off x="8960707" y="2942245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 rot="-2109909">
            <a:off x="4735525" y="3858508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 rot="-2109909">
            <a:off x="4385364" y="3809039"/>
            <a:ext cx="215900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 rot="-2109909">
            <a:off x="3847896" y="3901557"/>
            <a:ext cx="381000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 flipH="1" rot="9784371">
            <a:off x="3346217" y="4075474"/>
            <a:ext cx="469900" cy="82357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 rot="-2109909">
            <a:off x="2143019" y="449446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 rot="-2109909">
            <a:off x="4242517" y="4388380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 rot="-2604952">
            <a:off x="4686379" y="4210378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2939438" y="4184815"/>
            <a:ext cx="317500" cy="127073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 rot="-2109909">
            <a:off x="2501679" y="4972054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 rot="-3129395">
            <a:off x="3831803" y="454343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 rot="-2109909">
            <a:off x="3416558" y="4722589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 rot="-2923879">
            <a:off x="2522945" y="4351679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 rot="-2109909">
            <a:off x="1993909" y="5036623"/>
            <a:ext cx="381000" cy="168924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 rot="1499639">
            <a:off x="1626554" y="4913820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 rot="8742864">
            <a:off x="1715633" y="4632786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 rot="-2109909">
            <a:off x="2960051" y="484886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 rot="-10526176">
            <a:off x="6375033" y="4220952"/>
            <a:ext cx="203374" cy="270741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 rot="-10526176">
            <a:off x="6581176" y="4460861"/>
            <a:ext cx="172868" cy="256576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 rot="-10526176">
            <a:off x="6818449" y="4722812"/>
            <a:ext cx="305061" cy="142374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 flipH="1" rot="1368104">
            <a:off x="7157788" y="4874042"/>
            <a:ext cx="376241" cy="83192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 rot="-10526176">
            <a:off x="8258888" y="5113110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 rot="-10526176">
            <a:off x="6897553" y="4121079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 rot="10578781">
            <a:off x="6509304" y="4032212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 rot="-8416267">
            <a:off x="7574794" y="4996268"/>
            <a:ext cx="254217" cy="128361"/>
          </a:xfrm>
          <a:custGeom>
            <a:rect b="b" l="l" r="r" t="t"/>
            <a:pathLst>
              <a:path extrusionOk="0" h="127073" w="31750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 rot="-10526176">
            <a:off x="8346379" y="4558534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 rot="10054338">
            <a:off x="7210672" y="4228102"/>
            <a:ext cx="384861" cy="13219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 rot="-10526176">
            <a:off x="7621945" y="4284136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 rot="10259854">
            <a:off x="7938291" y="5021504"/>
            <a:ext cx="384861" cy="13219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 rot="-10526176">
            <a:off x="8701980" y="4764812"/>
            <a:ext cx="305061" cy="170636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 rot="-6916628">
            <a:off x="8847673" y="5051630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 rot="326597">
            <a:off x="8598735" y="5276247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 rot="-10526176">
            <a:off x="7984582" y="4419661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9" name="Google Shape;439;p10"/>
          <p:cNvGrpSpPr/>
          <p:nvPr/>
        </p:nvGrpSpPr>
        <p:grpSpPr>
          <a:xfrm>
            <a:off x="4780801" y="2066139"/>
            <a:ext cx="2017180" cy="1825788"/>
            <a:chOff x="5521044" y="1541880"/>
            <a:chExt cx="2278733" cy="2160326"/>
          </a:xfrm>
        </p:grpSpPr>
        <p:sp>
          <p:nvSpPr>
            <p:cNvPr id="440" name="Google Shape;440;p10"/>
            <p:cNvSpPr/>
            <p:nvPr/>
          </p:nvSpPr>
          <p:spPr>
            <a:xfrm>
              <a:off x="5521044" y="1541880"/>
              <a:ext cx="2278733" cy="1640964"/>
            </a:xfrm>
            <a:custGeom>
              <a:rect b="b" l="l" r="r" t="t"/>
              <a:pathLst>
                <a:path extrusionOk="0" h="1640964" w="2278733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cap="flat" cmpd="sng" w="28575">
              <a:solidFill>
                <a:srgbClr val="3856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1" name="Google Shape;441;p10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442" name="Google Shape;442;p10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rect b="b" l="l" r="r" t="t"/>
                <a:pathLst>
                  <a:path extrusionOk="0" h="938477" w="2075804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6" name="Google Shape;446;p10"/>
          <p:cNvSpPr/>
          <p:nvPr/>
        </p:nvSpPr>
        <p:spPr>
          <a:xfrm>
            <a:off x="2436410" y="305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1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 COLONY OPTIMIZATION (ACO)</a:t>
            </a:r>
            <a:endParaRPr b="1" i="0" sz="2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52" name="Google Shape;452;p11"/>
          <p:cNvGrpSpPr/>
          <p:nvPr/>
        </p:nvGrpSpPr>
        <p:grpSpPr>
          <a:xfrm>
            <a:off x="4879974" y="2453983"/>
            <a:ext cx="2017180" cy="1825788"/>
            <a:chOff x="5521044" y="1541880"/>
            <a:chExt cx="2278733" cy="2160326"/>
          </a:xfrm>
        </p:grpSpPr>
        <p:sp>
          <p:nvSpPr>
            <p:cNvPr id="453" name="Google Shape;453;p11"/>
            <p:cNvSpPr/>
            <p:nvPr/>
          </p:nvSpPr>
          <p:spPr>
            <a:xfrm>
              <a:off x="5521044" y="1541880"/>
              <a:ext cx="2278733" cy="1640964"/>
            </a:xfrm>
            <a:custGeom>
              <a:rect b="b" l="l" r="r" t="t"/>
              <a:pathLst>
                <a:path extrusionOk="0" h="1640964" w="2278733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cap="flat" cmpd="sng" w="28575">
              <a:solidFill>
                <a:srgbClr val="3856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4" name="Google Shape;454;p11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455" name="Google Shape;455;p11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rect b="b" l="l" r="r" t="t"/>
                <a:pathLst>
                  <a:path extrusionOk="0" h="938477" w="2075804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1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Formiga com preenchimento sólido" id="459" name="Google Shape;4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998022">
            <a:off x="3352409" y="178967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rosquinha com cobertura" id="460" name="Google Shape;4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2678" y="1673554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1"/>
          <p:cNvSpPr txBox="1"/>
          <p:nvPr/>
        </p:nvSpPr>
        <p:spPr>
          <a:xfrm>
            <a:off x="1632678" y="1413310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iga com preenchimento sólido" id="462" name="Google Shape;4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109601">
            <a:off x="4444500" y="2677733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463" name="Google Shape;4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208316">
            <a:off x="4282594" y="3515822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464" name="Google Shape;4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199026">
            <a:off x="3982540" y="2169232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465" name="Google Shape;4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565258">
            <a:off x="3091799" y="3025401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466" name="Google Shape;4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014312">
            <a:off x="3679244" y="3301745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1"/>
          <p:cNvSpPr/>
          <p:nvPr/>
        </p:nvSpPr>
        <p:spPr>
          <a:xfrm>
            <a:off x="4147262" y="2716927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 rot="-1437599">
            <a:off x="3773098" y="2444061"/>
            <a:ext cx="215900" cy="254002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3257636" y="2313037"/>
            <a:ext cx="381000" cy="140946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2724236" y="2262171"/>
            <a:ext cx="469900" cy="64812"/>
          </a:xfrm>
          <a:custGeom>
            <a:rect b="b" l="l" r="r" t="t"/>
            <a:pathLst>
              <a:path extrusionOk="0" h="64812" w="46990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2738654" y="2750306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3196193" y="2940697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 rot="-160262">
            <a:off x="3664736" y="3159013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 flipH="1" rot="2604952">
            <a:off x="7153887" y="4282005"/>
            <a:ext cx="395867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 flipH="1" rot="798457">
            <a:off x="7209358" y="3637605"/>
            <a:ext cx="361854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 rot="-10526176">
            <a:off x="6362332" y="4646183"/>
            <a:ext cx="203374" cy="270741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 rot="-10526176">
            <a:off x="6568475" y="4886092"/>
            <a:ext cx="172868" cy="256576"/>
          </a:xfrm>
          <a:custGeom>
            <a:rect b="b" l="l" r="r" t="t"/>
            <a:pathLst>
              <a:path extrusionOk="0" h="254002" w="21590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 rot="-10526176">
            <a:off x="6805748" y="5148043"/>
            <a:ext cx="305061" cy="142374"/>
          </a:xfrm>
          <a:custGeom>
            <a:rect b="b" l="l" r="r" t="t"/>
            <a:pathLst>
              <a:path extrusionOk="0" h="140946" w="38100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cap="flat" cmpd="sng" w="38100">
            <a:solidFill>
              <a:srgbClr val="FFF2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 rot="326597">
            <a:off x="8586034" y="5701478"/>
            <a:ext cx="305061" cy="166773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4472016" y="3076064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 rot="-1455817">
            <a:off x="4603126" y="3489362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 rot="-160262">
            <a:off x="4061838" y="3363722"/>
            <a:ext cx="381000" cy="165100"/>
          </a:xfrm>
          <a:custGeom>
            <a:rect b="b" l="l" r="r" t="t"/>
            <a:pathLst>
              <a:path extrusionOk="0" h="165100" w="38100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cap="flat" cmpd="sng" w="381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4783866" y="3404344"/>
            <a:ext cx="254000" cy="268025"/>
          </a:xfrm>
          <a:custGeom>
            <a:rect b="b" l="l" r="r" t="t"/>
            <a:pathLst>
              <a:path extrusionOk="0" h="268025" w="25400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iga com preenchimento sólido" id="484" name="Google Shape;4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6498" y="166304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485" name="Google Shape;4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203504">
            <a:off x="2501651" y="283315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486" name="Google Shape;4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327250">
            <a:off x="2007737" y="2430588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1"/>
          <p:cNvSpPr/>
          <p:nvPr/>
        </p:nvSpPr>
        <p:spPr>
          <a:xfrm>
            <a:off x="2436410" y="305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2"/>
          <p:cNvSpPr/>
          <p:nvPr/>
        </p:nvSpPr>
        <p:spPr>
          <a:xfrm>
            <a:off x="2080589" y="193611"/>
            <a:ext cx="75731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PHEROMONE CONCENTRATION AS A SHORTCUT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93" name="Google Shape;493;p12"/>
          <p:cNvGrpSpPr/>
          <p:nvPr/>
        </p:nvGrpSpPr>
        <p:grpSpPr>
          <a:xfrm>
            <a:off x="2617995" y="1798998"/>
            <a:ext cx="6168390" cy="2578658"/>
            <a:chOff x="2221230" y="1028700"/>
            <a:chExt cx="6168390" cy="2578658"/>
          </a:xfrm>
        </p:grpSpPr>
        <p:sp>
          <p:nvSpPr>
            <p:cNvPr id="494" name="Google Shape;494;p12"/>
            <p:cNvSpPr/>
            <p:nvPr/>
          </p:nvSpPr>
          <p:spPr>
            <a:xfrm>
              <a:off x="2221230" y="3028949"/>
              <a:ext cx="6168390" cy="578409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2"/>
            <p:cNvSpPr/>
            <p:nvPr/>
          </p:nvSpPr>
          <p:spPr>
            <a:xfrm>
              <a:off x="3794760" y="1497330"/>
              <a:ext cx="468630" cy="153162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2"/>
            <p:cNvSpPr/>
            <p:nvPr/>
          </p:nvSpPr>
          <p:spPr>
            <a:xfrm rot="5400000">
              <a:off x="4994910" y="-171450"/>
              <a:ext cx="468630" cy="286893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2"/>
            <p:cNvSpPr/>
            <p:nvPr/>
          </p:nvSpPr>
          <p:spPr>
            <a:xfrm>
              <a:off x="6195060" y="1497330"/>
              <a:ext cx="468630" cy="153162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8" name="Google Shape;498;p12"/>
            <p:cNvCxnSpPr/>
            <p:nvPr/>
          </p:nvCxnSpPr>
          <p:spPr>
            <a:xfrm>
              <a:off x="3809535" y="1497330"/>
              <a:ext cx="43908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" name="Google Shape;499;p12"/>
            <p:cNvCxnSpPr/>
            <p:nvPr/>
          </p:nvCxnSpPr>
          <p:spPr>
            <a:xfrm>
              <a:off x="6209835" y="1497330"/>
              <a:ext cx="43908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" name="Google Shape;500;p12"/>
            <p:cNvCxnSpPr/>
            <p:nvPr/>
          </p:nvCxnSpPr>
          <p:spPr>
            <a:xfrm>
              <a:off x="3809535" y="3028950"/>
              <a:ext cx="43908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" name="Google Shape;501;p12"/>
            <p:cNvCxnSpPr/>
            <p:nvPr/>
          </p:nvCxnSpPr>
          <p:spPr>
            <a:xfrm>
              <a:off x="6209835" y="3028300"/>
              <a:ext cx="43908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02" name="Google Shape;502;p12"/>
          <p:cNvGrpSpPr/>
          <p:nvPr/>
        </p:nvGrpSpPr>
        <p:grpSpPr>
          <a:xfrm>
            <a:off x="881577" y="3052622"/>
            <a:ext cx="1665839" cy="1491952"/>
            <a:chOff x="5521044" y="1541880"/>
            <a:chExt cx="2278733" cy="2160326"/>
          </a:xfrm>
        </p:grpSpPr>
        <p:sp>
          <p:nvSpPr>
            <p:cNvPr id="503" name="Google Shape;503;p12"/>
            <p:cNvSpPr/>
            <p:nvPr/>
          </p:nvSpPr>
          <p:spPr>
            <a:xfrm>
              <a:off x="5521044" y="1541880"/>
              <a:ext cx="2278733" cy="1640964"/>
            </a:xfrm>
            <a:custGeom>
              <a:rect b="b" l="l" r="r" t="t"/>
              <a:pathLst>
                <a:path extrusionOk="0" h="1640964" w="2278733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cap="flat" cmpd="sng" w="28575">
              <a:solidFill>
                <a:srgbClr val="3856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4" name="Google Shape;504;p12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505" name="Google Shape;505;p12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rect b="b" l="l" r="r" t="t"/>
                <a:pathLst>
                  <a:path extrusionOk="0" h="938477" w="2075804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2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2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2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rect b="b" l="l" r="r" t="t"/>
                <a:pathLst>
                  <a:path extrusionOk="0" h="144362" w="424461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cap="flat" cmpd="sng" w="28575">
                <a:solidFill>
                  <a:srgbClr val="7F6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Uma rosquinha com cobertura" id="509" name="Google Shape;5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0132" y="3499834"/>
            <a:ext cx="1177233" cy="1177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510" name="Google Shape;5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576488">
            <a:off x="2382608" y="4176920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511" name="Google Shape;5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218067">
            <a:off x="1741225" y="4306196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2"/>
          <p:cNvSpPr/>
          <p:nvPr/>
        </p:nvSpPr>
        <p:spPr>
          <a:xfrm>
            <a:off x="2736357" y="1914502"/>
            <a:ext cx="5969000" cy="2057400"/>
          </a:xfrm>
          <a:custGeom>
            <a:rect b="b" l="l" r="r" t="t"/>
            <a:pathLst>
              <a:path extrusionOk="0" h="2057400" w="5969000">
                <a:moveTo>
                  <a:pt x="0" y="2057400"/>
                </a:moveTo>
                <a:lnTo>
                  <a:pt x="1701800" y="2044700"/>
                </a:lnTo>
                <a:cubicBezTo>
                  <a:pt x="1697567" y="1363133"/>
                  <a:pt x="1693333" y="681567"/>
                  <a:pt x="1689100" y="0"/>
                </a:cubicBezTo>
                <a:lnTo>
                  <a:pt x="4140200" y="0"/>
                </a:lnTo>
                <a:lnTo>
                  <a:pt x="4178300" y="2032000"/>
                </a:lnTo>
                <a:lnTo>
                  <a:pt x="5969000" y="2032000"/>
                </a:lnTo>
              </a:path>
            </a:pathLst>
          </a:cu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12"/>
          <p:cNvCxnSpPr>
            <a:stCxn id="510" idx="1"/>
          </p:cNvCxnSpPr>
          <p:nvPr/>
        </p:nvCxnSpPr>
        <p:spPr>
          <a:xfrm flipH="1" rot="10800000">
            <a:off x="2739387" y="4159967"/>
            <a:ext cx="5966100" cy="174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4" name="Google Shape;514;p12"/>
          <p:cNvSpPr/>
          <p:nvPr/>
        </p:nvSpPr>
        <p:spPr>
          <a:xfrm>
            <a:off x="2743745" y="1922323"/>
            <a:ext cx="5969000" cy="2057400"/>
          </a:xfrm>
          <a:custGeom>
            <a:rect b="b" l="l" r="r" t="t"/>
            <a:pathLst>
              <a:path extrusionOk="0" h="2057400" w="5969000">
                <a:moveTo>
                  <a:pt x="0" y="2057400"/>
                </a:moveTo>
                <a:lnTo>
                  <a:pt x="1701800" y="2044700"/>
                </a:lnTo>
                <a:cubicBezTo>
                  <a:pt x="1697567" y="1363133"/>
                  <a:pt x="1693333" y="681567"/>
                  <a:pt x="1689100" y="0"/>
                </a:cubicBezTo>
                <a:lnTo>
                  <a:pt x="4140200" y="0"/>
                </a:lnTo>
                <a:lnTo>
                  <a:pt x="4178300" y="2032000"/>
                </a:lnTo>
                <a:lnTo>
                  <a:pt x="5969000" y="2032000"/>
                </a:lnTo>
              </a:path>
            </a:pathLst>
          </a:custGeom>
          <a:noFill/>
          <a:ln cap="flat" cmpd="sng" w="57150">
            <a:solidFill>
              <a:srgbClr val="CCFF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12"/>
          <p:cNvCxnSpPr/>
          <p:nvPr/>
        </p:nvCxnSpPr>
        <p:spPr>
          <a:xfrm flipH="1" rot="10800000">
            <a:off x="2747792" y="4223116"/>
            <a:ext cx="5965970" cy="17415"/>
          </a:xfrm>
          <a:prstGeom prst="straightConnector1">
            <a:avLst/>
          </a:prstGeom>
          <a:noFill/>
          <a:ln cap="flat" cmpd="sng" w="5715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6" name="Google Shape;516;p12"/>
          <p:cNvCxnSpPr/>
          <p:nvPr/>
        </p:nvCxnSpPr>
        <p:spPr>
          <a:xfrm flipH="1" rot="10800000">
            <a:off x="2766752" y="4046838"/>
            <a:ext cx="5965970" cy="17415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517" name="Google Shape;5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1623071" y="3875164"/>
            <a:ext cx="678729" cy="678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"/>
          <p:cNvSpPr txBox="1"/>
          <p:nvPr/>
        </p:nvSpPr>
        <p:spPr>
          <a:xfrm>
            <a:off x="3425688" y="254320"/>
            <a:ext cx="51550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ROULLETE WHEEL TECHNIQUE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 txBox="1"/>
          <p:nvPr/>
        </p:nvSpPr>
        <p:spPr>
          <a:xfrm>
            <a:off x="1179445" y="1137526"/>
            <a:ext cx="20408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[AB,AC,AD]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[0.6,0.2,0.2]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6422" y="2724629"/>
            <a:ext cx="5155096" cy="330899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3"/>
          <p:cNvSpPr/>
          <p:nvPr/>
        </p:nvSpPr>
        <p:spPr>
          <a:xfrm>
            <a:off x="636107" y="2563142"/>
            <a:ext cx="3034748" cy="294529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13"/>
          <p:cNvPicPr preferRelativeResize="0"/>
          <p:nvPr/>
        </p:nvPicPr>
        <p:blipFill rotWithShape="1">
          <a:blip r:embed="rId4">
            <a:alphaModFix/>
          </a:blip>
          <a:srcRect b="35064" l="33260" r="45979" t="28009"/>
          <a:stretch/>
        </p:blipFill>
        <p:spPr>
          <a:xfrm>
            <a:off x="887898" y="2669160"/>
            <a:ext cx="2531166" cy="2531166"/>
          </a:xfrm>
          <a:prstGeom prst="ellipse">
            <a:avLst/>
          </a:prstGeom>
          <a:noFill/>
          <a:ln>
            <a:noFill/>
          </a:ln>
        </p:spPr>
      </p:pic>
      <p:sp>
        <p:nvSpPr>
          <p:cNvPr id="527" name="Google Shape;527;p13"/>
          <p:cNvSpPr/>
          <p:nvPr/>
        </p:nvSpPr>
        <p:spPr>
          <a:xfrm rot="-1291805">
            <a:off x="3283005" y="3502318"/>
            <a:ext cx="630256" cy="46166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 txBox="1"/>
          <p:nvPr/>
        </p:nvSpPr>
        <p:spPr>
          <a:xfrm>
            <a:off x="3718452" y="1230592"/>
            <a:ext cx="15902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0.6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0.2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0.2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5532005" y="2092548"/>
            <a:ext cx="1987827" cy="46166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7711989" y="2092548"/>
            <a:ext cx="676638" cy="461664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8580784" y="2092548"/>
            <a:ext cx="676637" cy="461664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 txBox="1"/>
          <p:nvPr/>
        </p:nvSpPr>
        <p:spPr>
          <a:xfrm>
            <a:off x="5353100" y="2563142"/>
            <a:ext cx="357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 txBox="1"/>
          <p:nvPr/>
        </p:nvSpPr>
        <p:spPr>
          <a:xfrm>
            <a:off x="7301505" y="2563142"/>
            <a:ext cx="6766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 txBox="1"/>
          <p:nvPr/>
        </p:nvSpPr>
        <p:spPr>
          <a:xfrm>
            <a:off x="9122903" y="2554212"/>
            <a:ext cx="357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 txBox="1"/>
          <p:nvPr/>
        </p:nvSpPr>
        <p:spPr>
          <a:xfrm>
            <a:off x="8209720" y="2563142"/>
            <a:ext cx="6766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 txBox="1"/>
          <p:nvPr/>
        </p:nvSpPr>
        <p:spPr>
          <a:xfrm>
            <a:off x="8548038" y="1613744"/>
            <a:ext cx="6766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 txBox="1"/>
          <p:nvPr/>
        </p:nvSpPr>
        <p:spPr>
          <a:xfrm>
            <a:off x="7711989" y="1621953"/>
            <a:ext cx="6766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 txBox="1"/>
          <p:nvPr/>
        </p:nvSpPr>
        <p:spPr>
          <a:xfrm>
            <a:off x="6281530" y="1613744"/>
            <a:ext cx="6766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 txBox="1"/>
          <p:nvPr/>
        </p:nvSpPr>
        <p:spPr>
          <a:xfrm>
            <a:off x="4842117" y="3429000"/>
            <a:ext cx="2677715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0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 &lt; 0.6: count = 0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 &lt; 0.8: count = 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 &gt; 0.8: count = 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 rot="4246718">
            <a:off x="6210789" y="2368781"/>
            <a:ext cx="630256" cy="461665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 txBox="1"/>
          <p:nvPr/>
        </p:nvSpPr>
        <p:spPr>
          <a:xfrm>
            <a:off x="7473448" y="3375057"/>
            <a:ext cx="13786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0.34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4771117" y="3934743"/>
            <a:ext cx="2187051" cy="557744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 txBox="1"/>
          <p:nvPr/>
        </p:nvSpPr>
        <p:spPr>
          <a:xfrm>
            <a:off x="8201655" y="4635882"/>
            <a:ext cx="20408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[AB,AC,AD]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[0.6,0.2,0.2]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8388626" y="4492487"/>
            <a:ext cx="622851" cy="1541137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 txBox="1"/>
          <p:nvPr/>
        </p:nvSpPr>
        <p:spPr>
          <a:xfrm>
            <a:off x="8426509" y="4168026"/>
            <a:ext cx="15438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 [0]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4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PHEROMONE UPDATE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14"/>
          <p:cNvSpPr txBox="1"/>
          <p:nvPr/>
        </p:nvSpPr>
        <p:spPr>
          <a:xfrm>
            <a:off x="2572087" y="1571640"/>
            <a:ext cx="2173065" cy="50206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167" l="0" r="0" t="-609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 txBox="1"/>
          <p:nvPr/>
        </p:nvSpPr>
        <p:spPr>
          <a:xfrm>
            <a:off x="4745152" y="1252155"/>
            <a:ext cx="35174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= 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edge from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baseline="-2500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length of the 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 txBox="1"/>
          <p:nvPr/>
        </p:nvSpPr>
        <p:spPr>
          <a:xfrm>
            <a:off x="2208506" y="3101958"/>
            <a:ext cx="4382792" cy="53309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0685" l="0" r="0" t="-114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4181798" y="3101958"/>
            <a:ext cx="556591" cy="55141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4994031" y="3101958"/>
            <a:ext cx="1540530" cy="551412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 txBox="1"/>
          <p:nvPr/>
        </p:nvSpPr>
        <p:spPr>
          <a:xfrm>
            <a:off x="3290580" y="2689613"/>
            <a:ext cx="324398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Current level of pheromone deposited</a:t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 txBox="1"/>
          <p:nvPr/>
        </p:nvSpPr>
        <p:spPr>
          <a:xfrm>
            <a:off x="4546063" y="3673488"/>
            <a:ext cx="28227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Pheromone to the added</a:t>
            </a:r>
            <a:endParaRPr b="1" i="0" sz="1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3881214" y="3228262"/>
            <a:ext cx="225667" cy="369328"/>
          </a:xfrm>
          <a:prstGeom prst="rect">
            <a:avLst/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 txBox="1"/>
          <p:nvPr/>
        </p:nvSpPr>
        <p:spPr>
          <a:xfrm>
            <a:off x="2468406" y="3672616"/>
            <a:ext cx="17133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Evap. constant</a:t>
            </a:r>
            <a:endParaRPr b="1" i="0" sz="14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5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PHEROMONE UPDATE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15"/>
          <p:cNvSpPr txBox="1"/>
          <p:nvPr/>
        </p:nvSpPr>
        <p:spPr>
          <a:xfrm>
            <a:off x="1731813" y="1292395"/>
            <a:ext cx="23058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m = n. of ants</a:t>
            </a:r>
            <a:endParaRPr b="1" i="0" sz="16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6" name="Google Shape;566;p15"/>
          <p:cNvGrpSpPr/>
          <p:nvPr/>
        </p:nvGrpSpPr>
        <p:grpSpPr>
          <a:xfrm>
            <a:off x="7029753" y="1342715"/>
            <a:ext cx="3024823" cy="1799848"/>
            <a:chOff x="7447690" y="659295"/>
            <a:chExt cx="3995529" cy="2326490"/>
          </a:xfrm>
        </p:grpSpPr>
        <p:grpSp>
          <p:nvGrpSpPr>
            <p:cNvPr id="567" name="Google Shape;567;p15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68" name="Google Shape;568;p15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15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15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72" name="Google Shape;572;p15"/>
              <p:cNvCxnSpPr>
                <a:endCxn id="571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5"/>
              <p:cNvCxnSpPr>
                <a:stCxn id="570" idx="6"/>
                <a:endCxn id="571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5"/>
              <p:cNvCxnSpPr>
                <a:stCxn id="568" idx="7"/>
                <a:endCxn id="570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15"/>
              <p:cNvCxnSpPr>
                <a:stCxn id="569" idx="6"/>
                <a:endCxn id="571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15"/>
              <p:cNvCxnSpPr>
                <a:stCxn id="568" idx="5"/>
                <a:endCxn id="569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15"/>
              <p:cNvCxnSpPr>
                <a:stCxn id="570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78" name="Google Shape;578;p15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5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5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5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5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5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4" name="Google Shape;584;p15"/>
          <p:cNvGrpSpPr/>
          <p:nvPr/>
        </p:nvGrpSpPr>
        <p:grpSpPr>
          <a:xfrm>
            <a:off x="7029753" y="3521093"/>
            <a:ext cx="3024823" cy="1799848"/>
            <a:chOff x="7447690" y="659295"/>
            <a:chExt cx="3995529" cy="2326490"/>
          </a:xfrm>
        </p:grpSpPr>
        <p:grpSp>
          <p:nvGrpSpPr>
            <p:cNvPr id="585" name="Google Shape;585;p15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86" name="Google Shape;586;p15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5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5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15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90" name="Google Shape;590;p15"/>
              <p:cNvCxnSpPr>
                <a:endCxn id="589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1" name="Google Shape;591;p15"/>
              <p:cNvCxnSpPr>
                <a:stCxn id="588" idx="6"/>
                <a:endCxn id="589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2" name="Google Shape;592;p15"/>
              <p:cNvCxnSpPr>
                <a:stCxn id="586" idx="7"/>
                <a:endCxn id="588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3" name="Google Shape;593;p15"/>
              <p:cNvCxnSpPr>
                <a:stCxn id="587" idx="6"/>
                <a:endCxn id="589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4" name="Google Shape;594;p15"/>
              <p:cNvCxnSpPr>
                <a:stCxn id="586" idx="5"/>
                <a:endCxn id="587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5" name="Google Shape;595;p15"/>
              <p:cNvCxnSpPr>
                <a:stCxn id="588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96" name="Google Shape;596;p15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5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5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5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5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5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Formiga com preenchimento sólido" id="602" name="Google Shape;6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185707" y="2083429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603" name="Google Shape;6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6274799" y="4239230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/>
          <p:nvPr/>
        </p:nvSpPr>
        <p:spPr>
          <a:xfrm>
            <a:off x="993984" y="3052301"/>
            <a:ext cx="2173065" cy="50590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1682" l="0" r="0" t="-60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 txBox="1"/>
          <p:nvPr/>
        </p:nvSpPr>
        <p:spPr>
          <a:xfrm>
            <a:off x="298174" y="3558906"/>
            <a:ext cx="48494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turn, the amount of pheromone deposited by a certain ant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the path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x,y 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given by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1/Lk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that is,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1/length of the path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7338646" y="1535723"/>
            <a:ext cx="2379785" cy="867508"/>
          </a:xfrm>
          <a:custGeom>
            <a:rect b="b" l="l" r="r" t="t"/>
            <a:pathLst>
              <a:path extrusionOk="0" h="867508" w="2379785">
                <a:moveTo>
                  <a:pt x="0" y="867508"/>
                </a:moveTo>
                <a:lnTo>
                  <a:pt x="1055077" y="0"/>
                </a:lnTo>
                <a:lnTo>
                  <a:pt x="2379785" y="867508"/>
                </a:lnTo>
              </a:path>
            </a:pathLst>
          </a:custGeom>
          <a:noFill/>
          <a:ln cap="flat" cmpd="sng" w="28575">
            <a:solidFill>
              <a:srgbClr val="BF9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7280031" y="3692769"/>
            <a:ext cx="2461846" cy="1230923"/>
          </a:xfrm>
          <a:custGeom>
            <a:rect b="b" l="l" r="r" t="t"/>
            <a:pathLst>
              <a:path extrusionOk="0" h="1230923" w="2461846">
                <a:moveTo>
                  <a:pt x="0" y="937846"/>
                </a:moveTo>
                <a:lnTo>
                  <a:pt x="1090246" y="1230923"/>
                </a:lnTo>
                <a:lnTo>
                  <a:pt x="1078523" y="0"/>
                </a:lnTo>
                <a:lnTo>
                  <a:pt x="2461846" y="902677"/>
                </a:lnTo>
              </a:path>
            </a:pathLst>
          </a:custGeom>
          <a:noFill/>
          <a:ln cap="flat" cmpd="sng" w="28575">
            <a:solidFill>
              <a:srgbClr val="7030A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 txBox="1"/>
          <p:nvPr/>
        </p:nvSpPr>
        <p:spPr>
          <a:xfrm>
            <a:off x="441518" y="4421479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Const. Evaporation ρ: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9" name="Google Shape;609;p15"/>
          <p:cNvGrpSpPr/>
          <p:nvPr/>
        </p:nvGrpSpPr>
        <p:grpSpPr>
          <a:xfrm>
            <a:off x="288778" y="1658915"/>
            <a:ext cx="5160271" cy="1291652"/>
            <a:chOff x="2208506" y="2689613"/>
            <a:chExt cx="5160271" cy="1291652"/>
          </a:xfrm>
        </p:grpSpPr>
        <p:sp>
          <p:nvSpPr>
            <p:cNvPr id="610" name="Google Shape;610;p15"/>
            <p:cNvSpPr txBox="1"/>
            <p:nvPr/>
          </p:nvSpPr>
          <p:spPr>
            <a:xfrm>
              <a:off x="2208506" y="3101958"/>
              <a:ext cx="4382792" cy="53309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0685" l="0" r="0" t="-11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5"/>
            <p:cNvSpPr/>
            <p:nvPr/>
          </p:nvSpPr>
          <p:spPr>
            <a:xfrm>
              <a:off x="4181798" y="3101958"/>
              <a:ext cx="556591" cy="551412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5"/>
            <p:cNvSpPr/>
            <p:nvPr/>
          </p:nvSpPr>
          <p:spPr>
            <a:xfrm>
              <a:off x="4994031" y="3101958"/>
              <a:ext cx="1371600" cy="551412"/>
            </a:xfrm>
            <a:prstGeom prst="rect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5"/>
            <p:cNvSpPr txBox="1"/>
            <p:nvPr/>
          </p:nvSpPr>
          <p:spPr>
            <a:xfrm>
              <a:off x="3290580" y="2689613"/>
              <a:ext cx="324398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Current level of pheromone deposited</a:t>
              </a:r>
              <a:endParaRPr b="1" i="0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5"/>
            <p:cNvSpPr txBox="1"/>
            <p:nvPr/>
          </p:nvSpPr>
          <p:spPr>
            <a:xfrm>
              <a:off x="4546063" y="3673488"/>
              <a:ext cx="28227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Pheromone to the added</a:t>
              </a:r>
              <a:endParaRPr b="1" i="0" sz="14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5"/>
            <p:cNvSpPr/>
            <p:nvPr/>
          </p:nvSpPr>
          <p:spPr>
            <a:xfrm>
              <a:off x="3881214" y="3228262"/>
              <a:ext cx="225667" cy="369328"/>
            </a:xfrm>
            <a:prstGeom prst="rect">
              <a:avLst/>
            </a:prstGeom>
            <a:noFill/>
            <a:ln cap="flat" cmpd="sng" w="28575">
              <a:solidFill>
                <a:srgbClr val="703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5"/>
            <p:cNvSpPr txBox="1"/>
            <p:nvPr/>
          </p:nvSpPr>
          <p:spPr>
            <a:xfrm>
              <a:off x="2468406" y="3672616"/>
              <a:ext cx="17133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Evap. constant</a:t>
              </a:r>
              <a:endParaRPr b="1" i="0" sz="14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6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PHEROMONE UPDATE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22" name="Google Shape;622;p16"/>
          <p:cNvGrpSpPr/>
          <p:nvPr/>
        </p:nvGrpSpPr>
        <p:grpSpPr>
          <a:xfrm>
            <a:off x="6096000" y="1311579"/>
            <a:ext cx="4307176" cy="2466916"/>
            <a:chOff x="7447690" y="659295"/>
            <a:chExt cx="3995529" cy="2220631"/>
          </a:xfrm>
        </p:grpSpPr>
        <p:grpSp>
          <p:nvGrpSpPr>
            <p:cNvPr id="623" name="Google Shape;623;p16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624" name="Google Shape;624;p16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6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6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6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28" name="Google Shape;628;p16"/>
              <p:cNvCxnSpPr>
                <a:endCxn id="627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29" name="Google Shape;629;p16"/>
              <p:cNvCxnSpPr>
                <a:stCxn id="626" idx="6"/>
                <a:endCxn id="627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0" name="Google Shape;630;p16"/>
              <p:cNvCxnSpPr>
                <a:stCxn id="624" idx="7"/>
                <a:endCxn id="626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1" name="Google Shape;631;p16"/>
              <p:cNvCxnSpPr>
                <a:stCxn id="625" idx="6"/>
                <a:endCxn id="627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2" name="Google Shape;632;p16"/>
              <p:cNvCxnSpPr>
                <a:stCxn id="624" idx="5"/>
                <a:endCxn id="625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3" name="Google Shape;633;p16"/>
              <p:cNvCxnSpPr>
                <a:stCxn id="626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34" name="Google Shape;634;p16"/>
            <p:cNvSpPr txBox="1"/>
            <p:nvPr/>
          </p:nvSpPr>
          <p:spPr>
            <a:xfrm>
              <a:off x="8285872" y="130292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6"/>
            <p:cNvSpPr txBox="1"/>
            <p:nvPr/>
          </p:nvSpPr>
          <p:spPr>
            <a:xfrm>
              <a:off x="9859564" y="193579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6"/>
            <p:cNvSpPr txBox="1"/>
            <p:nvPr/>
          </p:nvSpPr>
          <p:spPr>
            <a:xfrm>
              <a:off x="9069403" y="147396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6"/>
            <p:cNvSpPr txBox="1"/>
            <p:nvPr/>
          </p:nvSpPr>
          <p:spPr>
            <a:xfrm>
              <a:off x="10190749" y="125588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6"/>
            <p:cNvSpPr txBox="1"/>
            <p:nvPr/>
          </p:nvSpPr>
          <p:spPr>
            <a:xfrm>
              <a:off x="8341259" y="225988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6"/>
            <p:cNvSpPr txBox="1"/>
            <p:nvPr/>
          </p:nvSpPr>
          <p:spPr>
            <a:xfrm>
              <a:off x="9905830" y="235892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p16"/>
          <p:cNvGrpSpPr/>
          <p:nvPr/>
        </p:nvGrpSpPr>
        <p:grpSpPr>
          <a:xfrm>
            <a:off x="1345424" y="1377437"/>
            <a:ext cx="3024823" cy="1799848"/>
            <a:chOff x="7447690" y="659295"/>
            <a:chExt cx="3995529" cy="2326490"/>
          </a:xfrm>
        </p:grpSpPr>
        <p:grpSp>
          <p:nvGrpSpPr>
            <p:cNvPr id="641" name="Google Shape;641;p16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642" name="Google Shape;642;p16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6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6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6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46" name="Google Shape;646;p16"/>
              <p:cNvCxnSpPr>
                <a:endCxn id="645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7" name="Google Shape;647;p16"/>
              <p:cNvCxnSpPr>
                <a:stCxn id="644" idx="6"/>
                <a:endCxn id="645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8" name="Google Shape;648;p16"/>
              <p:cNvCxnSpPr>
                <a:stCxn id="642" idx="7"/>
                <a:endCxn id="644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9" name="Google Shape;649;p16"/>
              <p:cNvCxnSpPr>
                <a:stCxn id="643" idx="6"/>
                <a:endCxn id="645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0" name="Google Shape;650;p16"/>
              <p:cNvCxnSpPr>
                <a:stCxn id="642" idx="5"/>
                <a:endCxn id="643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1" name="Google Shape;651;p16"/>
              <p:cNvCxnSpPr>
                <a:stCxn id="644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52" name="Google Shape;652;p16"/>
            <p:cNvSpPr txBox="1"/>
            <p:nvPr/>
          </p:nvSpPr>
          <p:spPr>
            <a:xfrm>
              <a:off x="8384969" y="146945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6"/>
            <p:cNvSpPr txBox="1"/>
            <p:nvPr/>
          </p:nvSpPr>
          <p:spPr>
            <a:xfrm>
              <a:off x="9427455" y="204090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16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16"/>
            <p:cNvSpPr txBox="1"/>
            <p:nvPr/>
          </p:nvSpPr>
          <p:spPr>
            <a:xfrm>
              <a:off x="9975310" y="153953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16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6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8" name="Google Shape;658;p16"/>
          <p:cNvGrpSpPr/>
          <p:nvPr/>
        </p:nvGrpSpPr>
        <p:grpSpPr>
          <a:xfrm>
            <a:off x="1345424" y="3555815"/>
            <a:ext cx="3024823" cy="1799848"/>
            <a:chOff x="7447690" y="659295"/>
            <a:chExt cx="3995529" cy="2326490"/>
          </a:xfrm>
        </p:grpSpPr>
        <p:grpSp>
          <p:nvGrpSpPr>
            <p:cNvPr id="659" name="Google Shape;659;p16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660" name="Google Shape;660;p16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4" name="Google Shape;664;p16"/>
              <p:cNvCxnSpPr>
                <a:endCxn id="663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5" name="Google Shape;665;p16"/>
              <p:cNvCxnSpPr>
                <a:stCxn id="662" idx="6"/>
                <a:endCxn id="663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6" name="Google Shape;666;p16"/>
              <p:cNvCxnSpPr>
                <a:stCxn id="660" idx="7"/>
                <a:endCxn id="662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7" name="Google Shape;667;p16"/>
              <p:cNvCxnSpPr>
                <a:stCxn id="661" idx="6"/>
                <a:endCxn id="663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8" name="Google Shape;668;p16"/>
              <p:cNvCxnSpPr>
                <a:stCxn id="660" idx="5"/>
                <a:endCxn id="661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9" name="Google Shape;669;p16"/>
              <p:cNvCxnSpPr>
                <a:stCxn id="662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70" name="Google Shape;670;p16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6"/>
            <p:cNvSpPr txBox="1"/>
            <p:nvPr/>
          </p:nvSpPr>
          <p:spPr>
            <a:xfrm>
              <a:off x="9684537" y="203736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6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6"/>
            <p:cNvSpPr txBox="1"/>
            <p:nvPr/>
          </p:nvSpPr>
          <p:spPr>
            <a:xfrm>
              <a:off x="9960614" y="153697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6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6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Formiga com preenchimento sólido" id="676" name="Google Shape;6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23806" y="2127628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677" name="Google Shape;6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90470" y="4273952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6"/>
          <p:cNvSpPr/>
          <p:nvPr/>
        </p:nvSpPr>
        <p:spPr>
          <a:xfrm>
            <a:off x="1654317" y="1570445"/>
            <a:ext cx="2379785" cy="867508"/>
          </a:xfrm>
          <a:custGeom>
            <a:rect b="b" l="l" r="r" t="t"/>
            <a:pathLst>
              <a:path extrusionOk="0" h="867508" w="2379785">
                <a:moveTo>
                  <a:pt x="0" y="867508"/>
                </a:moveTo>
                <a:lnTo>
                  <a:pt x="1055077" y="0"/>
                </a:lnTo>
                <a:lnTo>
                  <a:pt x="2379785" y="867508"/>
                </a:lnTo>
              </a:path>
            </a:pathLst>
          </a:custGeom>
          <a:noFill/>
          <a:ln cap="flat" cmpd="sng" w="28575">
            <a:solidFill>
              <a:srgbClr val="BF9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6"/>
          <p:cNvSpPr/>
          <p:nvPr/>
        </p:nvSpPr>
        <p:spPr>
          <a:xfrm>
            <a:off x="1595702" y="3727491"/>
            <a:ext cx="2461846" cy="1230923"/>
          </a:xfrm>
          <a:custGeom>
            <a:rect b="b" l="l" r="r" t="t"/>
            <a:pathLst>
              <a:path extrusionOk="0" h="1230923" w="2461846">
                <a:moveTo>
                  <a:pt x="0" y="937846"/>
                </a:moveTo>
                <a:lnTo>
                  <a:pt x="1090246" y="1230923"/>
                </a:lnTo>
                <a:lnTo>
                  <a:pt x="1078523" y="0"/>
                </a:lnTo>
                <a:lnTo>
                  <a:pt x="2461846" y="902677"/>
                </a:lnTo>
              </a:path>
            </a:pathLst>
          </a:custGeom>
          <a:noFill/>
          <a:ln cap="flat" cmpd="sng" w="28575">
            <a:solidFill>
              <a:srgbClr val="7030A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0" name="Google Shape;680;p16"/>
          <p:cNvGrpSpPr/>
          <p:nvPr/>
        </p:nvGrpSpPr>
        <p:grpSpPr>
          <a:xfrm>
            <a:off x="1547816" y="1548632"/>
            <a:ext cx="2584501" cy="469084"/>
            <a:chOff x="1547816" y="1548632"/>
            <a:chExt cx="2584501" cy="469084"/>
          </a:xfrm>
        </p:grpSpPr>
        <p:sp>
          <p:nvSpPr>
            <p:cNvPr id="681" name="Google Shape;681;p16"/>
            <p:cNvSpPr txBox="1"/>
            <p:nvPr/>
          </p:nvSpPr>
          <p:spPr>
            <a:xfrm>
              <a:off x="1547816" y="1548632"/>
              <a:ext cx="660473" cy="3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BF9000"/>
                  </a:solidFill>
                  <a:latin typeface="Calibri"/>
                  <a:ea typeface="Calibri"/>
                  <a:cs typeface="Calibri"/>
                  <a:sym typeface="Calibri"/>
                </a:rPr>
                <a:t>1/10</a:t>
              </a:r>
              <a:endParaRPr b="1" i="0" sz="180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6"/>
            <p:cNvSpPr txBox="1"/>
            <p:nvPr/>
          </p:nvSpPr>
          <p:spPr>
            <a:xfrm>
              <a:off x="3471844" y="1643416"/>
              <a:ext cx="660473" cy="3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BF9000"/>
                  </a:solidFill>
                  <a:latin typeface="Calibri"/>
                  <a:ea typeface="Calibri"/>
                  <a:cs typeface="Calibri"/>
                  <a:sym typeface="Calibri"/>
                </a:rPr>
                <a:t>1/10</a:t>
              </a:r>
              <a:endParaRPr b="1" i="0" sz="180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3" name="Google Shape;683;p16"/>
          <p:cNvGrpSpPr/>
          <p:nvPr/>
        </p:nvGrpSpPr>
        <p:grpSpPr>
          <a:xfrm>
            <a:off x="1525393" y="3693780"/>
            <a:ext cx="2378787" cy="1539181"/>
            <a:chOff x="1525393" y="3693780"/>
            <a:chExt cx="2378787" cy="1539181"/>
          </a:xfrm>
        </p:grpSpPr>
        <p:sp>
          <p:nvSpPr>
            <p:cNvPr id="684" name="Google Shape;684;p16"/>
            <p:cNvSpPr txBox="1"/>
            <p:nvPr/>
          </p:nvSpPr>
          <p:spPr>
            <a:xfrm>
              <a:off x="1525393" y="4858661"/>
              <a:ext cx="660473" cy="3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1/12</a:t>
              </a:r>
              <a:endParaRPr b="1" i="0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6"/>
            <p:cNvSpPr txBox="1"/>
            <p:nvPr/>
          </p:nvSpPr>
          <p:spPr>
            <a:xfrm>
              <a:off x="3251032" y="3693780"/>
              <a:ext cx="6531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1/12</a:t>
              </a:r>
              <a:endParaRPr b="1" i="0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6"/>
            <p:cNvSpPr txBox="1"/>
            <p:nvPr/>
          </p:nvSpPr>
          <p:spPr>
            <a:xfrm>
              <a:off x="2146722" y="4219929"/>
              <a:ext cx="660473" cy="3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1/12</a:t>
              </a:r>
              <a:endParaRPr b="1" i="0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7" name="Google Shape;687;p16"/>
          <p:cNvSpPr txBox="1"/>
          <p:nvPr/>
        </p:nvSpPr>
        <p:spPr>
          <a:xfrm>
            <a:off x="6102730" y="1634143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"/>
          <p:cNvSpPr txBox="1"/>
          <p:nvPr/>
        </p:nvSpPr>
        <p:spPr>
          <a:xfrm>
            <a:off x="8776290" y="1568325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6"/>
          <p:cNvSpPr txBox="1"/>
          <p:nvPr/>
        </p:nvSpPr>
        <p:spPr>
          <a:xfrm>
            <a:off x="8014732" y="2243085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 txBox="1"/>
          <p:nvPr/>
        </p:nvSpPr>
        <p:spPr>
          <a:xfrm>
            <a:off x="6263500" y="3369305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6"/>
          <p:cNvSpPr txBox="1"/>
          <p:nvPr/>
        </p:nvSpPr>
        <p:spPr>
          <a:xfrm>
            <a:off x="9099753" y="3513062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6"/>
          <p:cNvSpPr txBox="1"/>
          <p:nvPr/>
        </p:nvSpPr>
        <p:spPr>
          <a:xfrm>
            <a:off x="6893498" y="2553643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6"/>
          <p:cNvSpPr txBox="1"/>
          <p:nvPr/>
        </p:nvSpPr>
        <p:spPr>
          <a:xfrm>
            <a:off x="5568902" y="4269609"/>
            <a:ext cx="4382792" cy="53097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9534" l="0" r="0" t="-22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 txBox="1"/>
          <p:nvPr/>
        </p:nvSpPr>
        <p:spPr>
          <a:xfrm>
            <a:off x="6248622" y="4338292"/>
            <a:ext cx="1211387" cy="4001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92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5" name="Google Shape;695;p16"/>
          <p:cNvGrpSpPr/>
          <p:nvPr/>
        </p:nvGrpSpPr>
        <p:grpSpPr>
          <a:xfrm>
            <a:off x="7869996" y="4278596"/>
            <a:ext cx="2352693" cy="516880"/>
            <a:chOff x="7869996" y="4278596"/>
            <a:chExt cx="2352693" cy="516880"/>
          </a:xfrm>
        </p:grpSpPr>
        <p:sp>
          <p:nvSpPr>
            <p:cNvPr id="696" name="Google Shape;696;p16"/>
            <p:cNvSpPr txBox="1"/>
            <p:nvPr/>
          </p:nvSpPr>
          <p:spPr>
            <a:xfrm>
              <a:off x="7869996" y="4278596"/>
              <a:ext cx="1211388" cy="49725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2216" l="-7536" r="0" t="-86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16"/>
            <p:cNvSpPr txBox="1"/>
            <p:nvPr/>
          </p:nvSpPr>
          <p:spPr>
            <a:xfrm>
              <a:off x="8930996" y="4298224"/>
              <a:ext cx="1291693" cy="49725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1097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8" name="Google Shape;698;p16"/>
          <p:cNvSpPr txBox="1"/>
          <p:nvPr/>
        </p:nvSpPr>
        <p:spPr>
          <a:xfrm>
            <a:off x="6274438" y="1628018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*0,7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6"/>
          <p:cNvSpPr txBox="1"/>
          <p:nvPr/>
        </p:nvSpPr>
        <p:spPr>
          <a:xfrm>
            <a:off x="8936612" y="1592473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*0,7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6"/>
          <p:cNvSpPr txBox="1"/>
          <p:nvPr/>
        </p:nvSpPr>
        <p:spPr>
          <a:xfrm>
            <a:off x="8166268" y="2261167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*0,7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6"/>
          <p:cNvSpPr txBox="1"/>
          <p:nvPr/>
        </p:nvSpPr>
        <p:spPr>
          <a:xfrm>
            <a:off x="6393406" y="3377975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*0,7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6"/>
          <p:cNvSpPr txBox="1"/>
          <p:nvPr/>
        </p:nvSpPr>
        <p:spPr>
          <a:xfrm>
            <a:off x="9221162" y="3539460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*0,7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6"/>
          <p:cNvSpPr txBox="1"/>
          <p:nvPr/>
        </p:nvSpPr>
        <p:spPr>
          <a:xfrm>
            <a:off x="6723724" y="1649799"/>
            <a:ext cx="79243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1/10</a:t>
            </a:r>
            <a:endParaRPr b="1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6"/>
          <p:cNvSpPr txBox="1"/>
          <p:nvPr/>
        </p:nvSpPr>
        <p:spPr>
          <a:xfrm>
            <a:off x="9353241" y="1599103"/>
            <a:ext cx="11844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1/10</a:t>
            </a: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1/12</a:t>
            </a:r>
            <a:endParaRPr b="1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6"/>
          <p:cNvSpPr txBox="1"/>
          <p:nvPr/>
        </p:nvSpPr>
        <p:spPr>
          <a:xfrm>
            <a:off x="8536250" y="2272967"/>
            <a:ext cx="6849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1/12</a:t>
            </a:r>
            <a:endParaRPr b="1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6"/>
          <p:cNvSpPr txBox="1"/>
          <p:nvPr/>
        </p:nvSpPr>
        <p:spPr>
          <a:xfrm>
            <a:off x="6753966" y="3373851"/>
            <a:ext cx="7441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1/12</a:t>
            </a:r>
            <a:endParaRPr b="1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6"/>
          <p:cNvSpPr txBox="1"/>
          <p:nvPr/>
        </p:nvSpPr>
        <p:spPr>
          <a:xfrm>
            <a:off x="7040557" y="2553395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*0,7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7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PHEROMONE UPDATE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13" name="Google Shape;713;p17"/>
          <p:cNvGrpSpPr/>
          <p:nvPr/>
        </p:nvGrpSpPr>
        <p:grpSpPr>
          <a:xfrm>
            <a:off x="949569" y="1604656"/>
            <a:ext cx="4307176" cy="2466916"/>
            <a:chOff x="7447690" y="659295"/>
            <a:chExt cx="3995529" cy="2220631"/>
          </a:xfrm>
        </p:grpSpPr>
        <p:grpSp>
          <p:nvGrpSpPr>
            <p:cNvPr id="714" name="Google Shape;714;p17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715" name="Google Shape;715;p17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7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7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7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19" name="Google Shape;719;p17"/>
              <p:cNvCxnSpPr>
                <a:endCxn id="718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0" name="Google Shape;720;p17"/>
              <p:cNvCxnSpPr>
                <a:stCxn id="717" idx="6"/>
                <a:endCxn id="718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1" name="Google Shape;721;p17"/>
              <p:cNvCxnSpPr>
                <a:stCxn id="715" idx="7"/>
                <a:endCxn id="717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2" name="Google Shape;722;p17"/>
              <p:cNvCxnSpPr>
                <a:stCxn id="716" idx="6"/>
                <a:endCxn id="718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3" name="Google Shape;723;p17"/>
              <p:cNvCxnSpPr>
                <a:stCxn id="715" idx="5"/>
                <a:endCxn id="716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4" name="Google Shape;724;p17"/>
              <p:cNvCxnSpPr>
                <a:stCxn id="717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25" name="Google Shape;725;p17"/>
            <p:cNvSpPr txBox="1"/>
            <p:nvPr/>
          </p:nvSpPr>
          <p:spPr>
            <a:xfrm>
              <a:off x="8285872" y="130292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7"/>
            <p:cNvSpPr txBox="1"/>
            <p:nvPr/>
          </p:nvSpPr>
          <p:spPr>
            <a:xfrm>
              <a:off x="9859564" y="193579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7"/>
            <p:cNvSpPr txBox="1"/>
            <p:nvPr/>
          </p:nvSpPr>
          <p:spPr>
            <a:xfrm>
              <a:off x="9069403" y="147396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7"/>
            <p:cNvSpPr txBox="1"/>
            <p:nvPr/>
          </p:nvSpPr>
          <p:spPr>
            <a:xfrm>
              <a:off x="10190749" y="125588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7"/>
            <p:cNvSpPr txBox="1"/>
            <p:nvPr/>
          </p:nvSpPr>
          <p:spPr>
            <a:xfrm>
              <a:off x="8341259" y="225988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7"/>
            <p:cNvSpPr txBox="1"/>
            <p:nvPr/>
          </p:nvSpPr>
          <p:spPr>
            <a:xfrm>
              <a:off x="9905830" y="235892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1" name="Google Shape;731;p17"/>
          <p:cNvSpPr txBox="1"/>
          <p:nvPr/>
        </p:nvSpPr>
        <p:spPr>
          <a:xfrm>
            <a:off x="956299" y="1927220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7"/>
          <p:cNvSpPr txBox="1"/>
          <p:nvPr/>
        </p:nvSpPr>
        <p:spPr>
          <a:xfrm>
            <a:off x="3629859" y="1861402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7"/>
          <p:cNvSpPr txBox="1"/>
          <p:nvPr/>
        </p:nvSpPr>
        <p:spPr>
          <a:xfrm>
            <a:off x="2868301" y="2536162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7"/>
          <p:cNvSpPr txBox="1"/>
          <p:nvPr/>
        </p:nvSpPr>
        <p:spPr>
          <a:xfrm>
            <a:off x="1117069" y="3662382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7"/>
          <p:cNvSpPr txBox="1"/>
          <p:nvPr/>
        </p:nvSpPr>
        <p:spPr>
          <a:xfrm>
            <a:off x="3953322" y="3806139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7"/>
          <p:cNvSpPr txBox="1"/>
          <p:nvPr/>
        </p:nvSpPr>
        <p:spPr>
          <a:xfrm>
            <a:off x="1747067" y="2846720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7"/>
          <p:cNvSpPr txBox="1"/>
          <p:nvPr/>
        </p:nvSpPr>
        <p:spPr>
          <a:xfrm>
            <a:off x="1128007" y="1921095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*0.7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7"/>
          <p:cNvSpPr txBox="1"/>
          <p:nvPr/>
        </p:nvSpPr>
        <p:spPr>
          <a:xfrm>
            <a:off x="3790181" y="1885550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*0.7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 txBox="1"/>
          <p:nvPr/>
        </p:nvSpPr>
        <p:spPr>
          <a:xfrm>
            <a:off x="3019837" y="2554244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*0.7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7"/>
          <p:cNvSpPr txBox="1"/>
          <p:nvPr/>
        </p:nvSpPr>
        <p:spPr>
          <a:xfrm>
            <a:off x="1246975" y="3671052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*0.7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7"/>
          <p:cNvSpPr txBox="1"/>
          <p:nvPr/>
        </p:nvSpPr>
        <p:spPr>
          <a:xfrm>
            <a:off x="4074731" y="3832537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*0.7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7"/>
          <p:cNvSpPr txBox="1"/>
          <p:nvPr/>
        </p:nvSpPr>
        <p:spPr>
          <a:xfrm>
            <a:off x="1577293" y="1942876"/>
            <a:ext cx="79243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1/10</a:t>
            </a:r>
            <a:endParaRPr b="1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7"/>
          <p:cNvSpPr txBox="1"/>
          <p:nvPr/>
        </p:nvSpPr>
        <p:spPr>
          <a:xfrm>
            <a:off x="4206810" y="1892180"/>
            <a:ext cx="11844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1/10</a:t>
            </a: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1/12</a:t>
            </a:r>
            <a:endParaRPr b="1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7"/>
          <p:cNvSpPr txBox="1"/>
          <p:nvPr/>
        </p:nvSpPr>
        <p:spPr>
          <a:xfrm>
            <a:off x="3389819" y="2566044"/>
            <a:ext cx="6849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1/12</a:t>
            </a:r>
            <a:endParaRPr b="1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7"/>
          <p:cNvSpPr txBox="1"/>
          <p:nvPr/>
        </p:nvSpPr>
        <p:spPr>
          <a:xfrm>
            <a:off x="1607535" y="3666928"/>
            <a:ext cx="7441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pt-BR" sz="16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1/12</a:t>
            </a:r>
            <a:endParaRPr b="1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7"/>
          <p:cNvSpPr txBox="1"/>
          <p:nvPr/>
        </p:nvSpPr>
        <p:spPr>
          <a:xfrm>
            <a:off x="1894126" y="2846472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*0.7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7" name="Google Shape;747;p17"/>
          <p:cNvGrpSpPr/>
          <p:nvPr/>
        </p:nvGrpSpPr>
        <p:grpSpPr>
          <a:xfrm>
            <a:off x="6520966" y="1766103"/>
            <a:ext cx="4307176" cy="2466916"/>
            <a:chOff x="7447690" y="659295"/>
            <a:chExt cx="3995529" cy="2220631"/>
          </a:xfrm>
        </p:grpSpPr>
        <p:grpSp>
          <p:nvGrpSpPr>
            <p:cNvPr id="748" name="Google Shape;748;p17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749" name="Google Shape;749;p17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7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7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7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53" name="Google Shape;753;p17"/>
              <p:cNvCxnSpPr>
                <a:endCxn id="752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17"/>
              <p:cNvCxnSpPr>
                <a:stCxn id="751" idx="6"/>
                <a:endCxn id="752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5" name="Google Shape;755;p17"/>
              <p:cNvCxnSpPr>
                <a:stCxn id="749" idx="7"/>
                <a:endCxn id="751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6" name="Google Shape;756;p17"/>
              <p:cNvCxnSpPr>
                <a:stCxn id="750" idx="6"/>
                <a:endCxn id="752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7" name="Google Shape;757;p17"/>
              <p:cNvCxnSpPr>
                <a:stCxn id="749" idx="5"/>
                <a:endCxn id="750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8" name="Google Shape;758;p17"/>
              <p:cNvCxnSpPr>
                <a:stCxn id="751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59" name="Google Shape;759;p17"/>
            <p:cNvSpPr txBox="1"/>
            <p:nvPr/>
          </p:nvSpPr>
          <p:spPr>
            <a:xfrm>
              <a:off x="8285872" y="130292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17"/>
            <p:cNvSpPr txBox="1"/>
            <p:nvPr/>
          </p:nvSpPr>
          <p:spPr>
            <a:xfrm>
              <a:off x="9859564" y="193579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17"/>
            <p:cNvSpPr txBox="1"/>
            <p:nvPr/>
          </p:nvSpPr>
          <p:spPr>
            <a:xfrm>
              <a:off x="9069403" y="147396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17"/>
            <p:cNvSpPr txBox="1"/>
            <p:nvPr/>
          </p:nvSpPr>
          <p:spPr>
            <a:xfrm>
              <a:off x="10190749" y="125588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17"/>
            <p:cNvSpPr txBox="1"/>
            <p:nvPr/>
          </p:nvSpPr>
          <p:spPr>
            <a:xfrm>
              <a:off x="8341259" y="225988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17"/>
            <p:cNvSpPr txBox="1"/>
            <p:nvPr/>
          </p:nvSpPr>
          <p:spPr>
            <a:xfrm>
              <a:off x="9905830" y="235892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5" name="Google Shape;765;p17"/>
          <p:cNvSpPr txBox="1"/>
          <p:nvPr/>
        </p:nvSpPr>
        <p:spPr>
          <a:xfrm>
            <a:off x="7138898" y="2147049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7"/>
          <p:cNvSpPr txBox="1"/>
          <p:nvPr/>
        </p:nvSpPr>
        <p:spPr>
          <a:xfrm>
            <a:off x="9201255" y="2022849"/>
            <a:ext cx="855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0.8333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7"/>
          <p:cNvSpPr txBox="1"/>
          <p:nvPr/>
        </p:nvSpPr>
        <p:spPr>
          <a:xfrm>
            <a:off x="8470338" y="2676133"/>
            <a:ext cx="9387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0.78333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7"/>
          <p:cNvSpPr txBox="1"/>
          <p:nvPr/>
        </p:nvSpPr>
        <p:spPr>
          <a:xfrm>
            <a:off x="6915750" y="3847048"/>
            <a:ext cx="950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0.78333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7"/>
          <p:cNvSpPr txBox="1"/>
          <p:nvPr/>
        </p:nvSpPr>
        <p:spPr>
          <a:xfrm>
            <a:off x="9411186" y="3906305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7"/>
          <p:cNvSpPr txBox="1"/>
          <p:nvPr/>
        </p:nvSpPr>
        <p:spPr>
          <a:xfrm>
            <a:off x="7356953" y="2923180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8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6" name="Google Shape;776;p18"/>
          <p:cNvSpPr txBox="1"/>
          <p:nvPr/>
        </p:nvSpPr>
        <p:spPr>
          <a:xfrm>
            <a:off x="1258957" y="2118649"/>
            <a:ext cx="4551267" cy="9612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8"/>
          <p:cNvSpPr txBox="1"/>
          <p:nvPr/>
        </p:nvSpPr>
        <p:spPr>
          <a:xfrm>
            <a:off x="760461" y="1437084"/>
            <a:ext cx="69227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to choose the edge from point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point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8"/>
          <p:cNvSpPr txBox="1"/>
          <p:nvPr/>
        </p:nvSpPr>
        <p:spPr>
          <a:xfrm>
            <a:off x="760461" y="3498183"/>
            <a:ext cx="871330" cy="4110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98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8"/>
          <p:cNvSpPr txBox="1"/>
          <p:nvPr/>
        </p:nvSpPr>
        <p:spPr>
          <a:xfrm>
            <a:off x="1433538" y="3542292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pheromone deposit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8"/>
          <p:cNvSpPr txBox="1"/>
          <p:nvPr/>
        </p:nvSpPr>
        <p:spPr>
          <a:xfrm>
            <a:off x="3391529" y="3442688"/>
            <a:ext cx="765313" cy="50687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8"/>
          <p:cNvSpPr txBox="1"/>
          <p:nvPr/>
        </p:nvSpPr>
        <p:spPr>
          <a:xfrm>
            <a:off x="4025002" y="3525230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path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8"/>
          <p:cNvSpPr txBox="1"/>
          <p:nvPr/>
        </p:nvSpPr>
        <p:spPr>
          <a:xfrm>
            <a:off x="792400" y="4002940"/>
            <a:ext cx="53036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values greater than 0 that are used to control the influence of the pheromone deposit and the path distance. Most often they are set at 1.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8"/>
          <p:cNvSpPr/>
          <p:nvPr/>
        </p:nvSpPr>
        <p:spPr>
          <a:xfrm>
            <a:off x="5318681" y="3470089"/>
            <a:ext cx="398965" cy="421068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8"/>
          <p:cNvSpPr txBox="1"/>
          <p:nvPr/>
        </p:nvSpPr>
        <p:spPr>
          <a:xfrm>
            <a:off x="5634101" y="3511346"/>
            <a:ext cx="15843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(1/path length)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5" name="Google Shape;785;p18"/>
          <p:cNvCxnSpPr/>
          <p:nvPr/>
        </p:nvCxnSpPr>
        <p:spPr>
          <a:xfrm flipH="1" rot="10800000">
            <a:off x="7602790" y="1570811"/>
            <a:ext cx="1391478" cy="80140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6" name="Google Shape;786;p18"/>
          <p:cNvCxnSpPr/>
          <p:nvPr/>
        </p:nvCxnSpPr>
        <p:spPr>
          <a:xfrm flipH="1" rot="10800000">
            <a:off x="7602790" y="2348655"/>
            <a:ext cx="1563756" cy="4003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7" name="Google Shape;787;p18"/>
          <p:cNvCxnSpPr/>
          <p:nvPr/>
        </p:nvCxnSpPr>
        <p:spPr>
          <a:xfrm>
            <a:off x="7602790" y="2405990"/>
            <a:ext cx="1391478" cy="58369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8" name="Google Shape;788;p18"/>
          <p:cNvSpPr txBox="1"/>
          <p:nvPr/>
        </p:nvSpPr>
        <p:spPr>
          <a:xfrm>
            <a:off x="7218477" y="2087887"/>
            <a:ext cx="3843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8"/>
          <p:cNvSpPr txBox="1"/>
          <p:nvPr/>
        </p:nvSpPr>
        <p:spPr>
          <a:xfrm>
            <a:off x="9162978" y="1970919"/>
            <a:ext cx="38788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8"/>
          <p:cNvSpPr txBox="1"/>
          <p:nvPr/>
        </p:nvSpPr>
        <p:spPr>
          <a:xfrm>
            <a:off x="8994268" y="2672662"/>
            <a:ext cx="38788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8"/>
          <p:cNvSpPr txBox="1"/>
          <p:nvPr/>
        </p:nvSpPr>
        <p:spPr>
          <a:xfrm>
            <a:off x="8969037" y="1244073"/>
            <a:ext cx="38788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9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97" name="Google Shape;797;p19"/>
          <p:cNvGrpSpPr/>
          <p:nvPr/>
        </p:nvGrpSpPr>
        <p:grpSpPr>
          <a:xfrm>
            <a:off x="8585062" y="3079877"/>
            <a:ext cx="3024823" cy="1799848"/>
            <a:chOff x="7447690" y="659295"/>
            <a:chExt cx="3995529" cy="2326490"/>
          </a:xfrm>
        </p:grpSpPr>
        <p:grpSp>
          <p:nvGrpSpPr>
            <p:cNvPr id="798" name="Google Shape;798;p19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799" name="Google Shape;799;p19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9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9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9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03" name="Google Shape;803;p19"/>
              <p:cNvCxnSpPr>
                <a:endCxn id="802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4" name="Google Shape;804;p19"/>
              <p:cNvCxnSpPr>
                <a:stCxn id="801" idx="6"/>
                <a:endCxn id="802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" name="Google Shape;805;p19"/>
              <p:cNvCxnSpPr>
                <a:stCxn id="799" idx="7"/>
                <a:endCxn id="801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6" name="Google Shape;806;p19"/>
              <p:cNvCxnSpPr>
                <a:stCxn id="800" idx="6"/>
                <a:endCxn id="802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" name="Google Shape;807;p19"/>
              <p:cNvCxnSpPr>
                <a:stCxn id="799" idx="5"/>
                <a:endCxn id="800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8" name="Google Shape;808;p19"/>
              <p:cNvCxnSpPr>
                <a:stCxn id="801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09" name="Google Shape;809;p19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19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19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19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19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19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5" name="Google Shape;815;p19"/>
          <p:cNvGrpSpPr/>
          <p:nvPr/>
        </p:nvGrpSpPr>
        <p:grpSpPr>
          <a:xfrm>
            <a:off x="8552458" y="1285773"/>
            <a:ext cx="3024823" cy="1717952"/>
            <a:chOff x="7447690" y="659295"/>
            <a:chExt cx="3995529" cy="2220631"/>
          </a:xfrm>
        </p:grpSpPr>
        <p:grpSp>
          <p:nvGrpSpPr>
            <p:cNvPr id="816" name="Google Shape;816;p19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817" name="Google Shape;817;p19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9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9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21" name="Google Shape;821;p19"/>
              <p:cNvCxnSpPr>
                <a:endCxn id="820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2" name="Google Shape;822;p19"/>
              <p:cNvCxnSpPr>
                <a:stCxn id="819" idx="6"/>
                <a:endCxn id="820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3" name="Google Shape;823;p19"/>
              <p:cNvCxnSpPr>
                <a:stCxn id="817" idx="7"/>
                <a:endCxn id="819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4" name="Google Shape;824;p19"/>
              <p:cNvCxnSpPr>
                <a:stCxn id="818" idx="6"/>
                <a:endCxn id="820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5" name="Google Shape;825;p19"/>
              <p:cNvCxnSpPr>
                <a:stCxn id="817" idx="5"/>
                <a:endCxn id="818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6" name="Google Shape;826;p19"/>
              <p:cNvCxnSpPr>
                <a:stCxn id="819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27" name="Google Shape;827;p19"/>
            <p:cNvSpPr txBox="1"/>
            <p:nvPr/>
          </p:nvSpPr>
          <p:spPr>
            <a:xfrm>
              <a:off x="8136446" y="1090063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19"/>
            <p:cNvSpPr txBox="1"/>
            <p:nvPr/>
          </p:nvSpPr>
          <p:spPr>
            <a:xfrm>
              <a:off x="9888593" y="1675885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19"/>
            <p:cNvSpPr txBox="1"/>
            <p:nvPr/>
          </p:nvSpPr>
          <p:spPr>
            <a:xfrm>
              <a:off x="9203603" y="1433102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19"/>
            <p:cNvSpPr txBox="1"/>
            <p:nvPr/>
          </p:nvSpPr>
          <p:spPr>
            <a:xfrm>
              <a:off x="10192064" y="102176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19"/>
            <p:cNvSpPr txBox="1"/>
            <p:nvPr/>
          </p:nvSpPr>
          <p:spPr>
            <a:xfrm>
              <a:off x="8333792" y="215609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19"/>
            <p:cNvSpPr txBox="1"/>
            <p:nvPr/>
          </p:nvSpPr>
          <p:spPr>
            <a:xfrm>
              <a:off x="10088056" y="221959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Formiga com preenchimento sólido" id="833" name="Google Shape;8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14493" y="4623686"/>
            <a:ext cx="771922" cy="771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4" name="Google Shape;834;p19"/>
          <p:cNvGrpSpPr/>
          <p:nvPr/>
        </p:nvGrpSpPr>
        <p:grpSpPr>
          <a:xfrm>
            <a:off x="1967262" y="3934039"/>
            <a:ext cx="3024823" cy="1717952"/>
            <a:chOff x="2100471" y="1335157"/>
            <a:chExt cx="3995529" cy="2220631"/>
          </a:xfrm>
        </p:grpSpPr>
        <p:sp>
          <p:nvSpPr>
            <p:cNvPr id="835" name="Google Shape;835;p19"/>
            <p:cNvSpPr/>
            <p:nvPr/>
          </p:nvSpPr>
          <p:spPr>
            <a:xfrm>
              <a:off x="2100471" y="2590801"/>
              <a:ext cx="384313" cy="344556"/>
            </a:xfrm>
            <a:prstGeom prst="ellipse">
              <a:avLst/>
            </a:prstGeom>
            <a:solidFill>
              <a:srgbClr val="00B0F0"/>
            </a:solidFill>
            <a:ln cap="flat" cmpd="sng" w="12700">
              <a:solidFill>
                <a:srgbClr val="00B0F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9"/>
            <p:cNvSpPr/>
            <p:nvPr/>
          </p:nvSpPr>
          <p:spPr>
            <a:xfrm>
              <a:off x="3677441" y="3211232"/>
              <a:ext cx="384313" cy="344556"/>
            </a:xfrm>
            <a:prstGeom prst="ellipse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19"/>
            <p:cNvSpPr/>
            <p:nvPr/>
          </p:nvSpPr>
          <p:spPr>
            <a:xfrm>
              <a:off x="3644348" y="1335157"/>
              <a:ext cx="384313" cy="344556"/>
            </a:xfrm>
            <a:prstGeom prst="ellipse">
              <a:avLst/>
            </a:prstGeom>
            <a:solidFill>
              <a:srgbClr val="FFC000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19"/>
            <p:cNvSpPr/>
            <p:nvPr/>
          </p:nvSpPr>
          <p:spPr>
            <a:xfrm>
              <a:off x="5711687" y="2590801"/>
              <a:ext cx="384313" cy="344556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9" name="Google Shape;839;p19"/>
            <p:cNvCxnSpPr>
              <a:endCxn id="838" idx="2"/>
            </p:cNvCxnSpPr>
            <p:nvPr/>
          </p:nvCxnSpPr>
          <p:spPr>
            <a:xfrm>
              <a:off x="2484887" y="2763079"/>
              <a:ext cx="322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0" name="Google Shape;840;p19"/>
            <p:cNvCxnSpPr>
              <a:stCxn id="835" idx="7"/>
              <a:endCxn id="837" idx="3"/>
            </p:cNvCxnSpPr>
            <p:nvPr/>
          </p:nvCxnSpPr>
          <p:spPr>
            <a:xfrm flipH="1" rot="10800000">
              <a:off x="2428503" y="1629360"/>
              <a:ext cx="1272000" cy="101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1" name="Google Shape;841;p19"/>
            <p:cNvCxnSpPr>
              <a:stCxn id="835" idx="5"/>
              <a:endCxn id="836" idx="1"/>
            </p:cNvCxnSpPr>
            <p:nvPr/>
          </p:nvCxnSpPr>
          <p:spPr>
            <a:xfrm>
              <a:off x="2428503" y="2884898"/>
              <a:ext cx="1305300" cy="376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42" name="Google Shape;842;p19"/>
          <p:cNvSpPr txBox="1"/>
          <p:nvPr/>
        </p:nvSpPr>
        <p:spPr>
          <a:xfrm>
            <a:off x="1467596" y="2055945"/>
            <a:ext cx="4551267" cy="9612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9"/>
          <p:cNvSpPr txBox="1"/>
          <p:nvPr/>
        </p:nvSpPr>
        <p:spPr>
          <a:xfrm>
            <a:off x="969100" y="3435479"/>
            <a:ext cx="871330" cy="4110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98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9"/>
          <p:cNvSpPr txBox="1"/>
          <p:nvPr/>
        </p:nvSpPr>
        <p:spPr>
          <a:xfrm>
            <a:off x="1642177" y="3479588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pheromone deposit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9"/>
          <p:cNvSpPr txBox="1"/>
          <p:nvPr/>
        </p:nvSpPr>
        <p:spPr>
          <a:xfrm>
            <a:off x="3600168" y="3379984"/>
            <a:ext cx="765313" cy="50687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9"/>
          <p:cNvSpPr txBox="1"/>
          <p:nvPr/>
        </p:nvSpPr>
        <p:spPr>
          <a:xfrm>
            <a:off x="4233641" y="3462526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path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9"/>
          <p:cNvSpPr txBox="1"/>
          <p:nvPr/>
        </p:nvSpPr>
        <p:spPr>
          <a:xfrm>
            <a:off x="687820" y="1359346"/>
            <a:ext cx="6422217" cy="40254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8179" l="0" r="0" t="-60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0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ormiga com preenchimento sólido" id="853" name="Google Shape;8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97146" y="4584328"/>
            <a:ext cx="771922" cy="771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4" name="Google Shape;854;p20"/>
          <p:cNvGrpSpPr/>
          <p:nvPr/>
        </p:nvGrpSpPr>
        <p:grpSpPr>
          <a:xfrm>
            <a:off x="7770244" y="4011013"/>
            <a:ext cx="3024823" cy="1799848"/>
            <a:chOff x="7447690" y="659295"/>
            <a:chExt cx="3995529" cy="2326490"/>
          </a:xfrm>
        </p:grpSpPr>
        <p:grpSp>
          <p:nvGrpSpPr>
            <p:cNvPr id="855" name="Google Shape;855;p20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856" name="Google Shape;856;p20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20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20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60" name="Google Shape;860;p20"/>
              <p:cNvCxnSpPr>
                <a:endCxn id="859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1" name="Google Shape;861;p20"/>
              <p:cNvCxnSpPr>
                <a:stCxn id="858" idx="6"/>
                <a:endCxn id="859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2" name="Google Shape;862;p20"/>
              <p:cNvCxnSpPr>
                <a:stCxn id="856" idx="7"/>
                <a:endCxn id="858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3" name="Google Shape;863;p20"/>
              <p:cNvCxnSpPr>
                <a:stCxn id="857" idx="6"/>
                <a:endCxn id="859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4" name="Google Shape;864;p20"/>
              <p:cNvCxnSpPr>
                <a:stCxn id="856" idx="5"/>
                <a:endCxn id="857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5" name="Google Shape;865;p20"/>
              <p:cNvCxnSpPr>
                <a:stCxn id="858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66" name="Google Shape;866;p20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20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20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20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20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20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2" name="Google Shape;872;p20"/>
          <p:cNvGrpSpPr/>
          <p:nvPr/>
        </p:nvGrpSpPr>
        <p:grpSpPr>
          <a:xfrm>
            <a:off x="7737640" y="2216909"/>
            <a:ext cx="3024823" cy="1717952"/>
            <a:chOff x="7447690" y="659295"/>
            <a:chExt cx="3995529" cy="2220631"/>
          </a:xfrm>
        </p:grpSpPr>
        <p:grpSp>
          <p:nvGrpSpPr>
            <p:cNvPr id="873" name="Google Shape;873;p20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874" name="Google Shape;874;p20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20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20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20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78" name="Google Shape;878;p20"/>
              <p:cNvCxnSpPr>
                <a:endCxn id="877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9" name="Google Shape;879;p20"/>
              <p:cNvCxnSpPr>
                <a:stCxn id="876" idx="6"/>
                <a:endCxn id="877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0" name="Google Shape;880;p20"/>
              <p:cNvCxnSpPr>
                <a:stCxn id="874" idx="7"/>
                <a:endCxn id="876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1" name="Google Shape;881;p20"/>
              <p:cNvCxnSpPr>
                <a:stCxn id="875" idx="6"/>
                <a:endCxn id="877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2" name="Google Shape;882;p20"/>
              <p:cNvCxnSpPr>
                <a:stCxn id="874" idx="5"/>
                <a:endCxn id="875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3" name="Google Shape;883;p20"/>
              <p:cNvCxnSpPr>
                <a:stCxn id="876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84" name="Google Shape;884;p20"/>
            <p:cNvSpPr txBox="1"/>
            <p:nvPr/>
          </p:nvSpPr>
          <p:spPr>
            <a:xfrm>
              <a:off x="8136446" y="1090063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20"/>
            <p:cNvSpPr txBox="1"/>
            <p:nvPr/>
          </p:nvSpPr>
          <p:spPr>
            <a:xfrm>
              <a:off x="9888593" y="1675885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20"/>
            <p:cNvSpPr txBox="1"/>
            <p:nvPr/>
          </p:nvSpPr>
          <p:spPr>
            <a:xfrm>
              <a:off x="9203603" y="1433102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20"/>
            <p:cNvSpPr txBox="1"/>
            <p:nvPr/>
          </p:nvSpPr>
          <p:spPr>
            <a:xfrm>
              <a:off x="10192064" y="102176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20"/>
            <p:cNvSpPr txBox="1"/>
            <p:nvPr/>
          </p:nvSpPr>
          <p:spPr>
            <a:xfrm>
              <a:off x="8333792" y="215609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20"/>
            <p:cNvSpPr txBox="1"/>
            <p:nvPr/>
          </p:nvSpPr>
          <p:spPr>
            <a:xfrm>
              <a:off x="10088056" y="221959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0" name="Google Shape;890;p20"/>
          <p:cNvSpPr txBox="1"/>
          <p:nvPr/>
        </p:nvSpPr>
        <p:spPr>
          <a:xfrm>
            <a:off x="6355227" y="1098382"/>
            <a:ext cx="938492" cy="65986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19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1" name="Google Shape;891;p20"/>
          <p:cNvCxnSpPr/>
          <p:nvPr/>
        </p:nvCxnSpPr>
        <p:spPr>
          <a:xfrm>
            <a:off x="7572014" y="1531447"/>
            <a:ext cx="287935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2" name="Google Shape;892;p20"/>
          <p:cNvSpPr txBox="1"/>
          <p:nvPr/>
        </p:nvSpPr>
        <p:spPr>
          <a:xfrm>
            <a:off x="8331559" y="1098382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"/>
          <p:cNvSpPr txBox="1"/>
          <p:nvPr/>
        </p:nvSpPr>
        <p:spPr>
          <a:xfrm>
            <a:off x="7260915" y="1660870"/>
            <a:ext cx="12204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4" name="Google Shape;894;p20"/>
          <p:cNvGrpSpPr/>
          <p:nvPr/>
        </p:nvGrpSpPr>
        <p:grpSpPr>
          <a:xfrm>
            <a:off x="1949915" y="3894681"/>
            <a:ext cx="3024823" cy="1717952"/>
            <a:chOff x="2100471" y="1335157"/>
            <a:chExt cx="3995529" cy="2220631"/>
          </a:xfrm>
        </p:grpSpPr>
        <p:sp>
          <p:nvSpPr>
            <p:cNvPr id="895" name="Google Shape;895;p20"/>
            <p:cNvSpPr/>
            <p:nvPr/>
          </p:nvSpPr>
          <p:spPr>
            <a:xfrm>
              <a:off x="2100471" y="2590801"/>
              <a:ext cx="384313" cy="344556"/>
            </a:xfrm>
            <a:prstGeom prst="ellipse">
              <a:avLst/>
            </a:prstGeom>
            <a:solidFill>
              <a:srgbClr val="00B0F0"/>
            </a:solidFill>
            <a:ln cap="flat" cmpd="sng" w="12700">
              <a:solidFill>
                <a:srgbClr val="00B0F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20"/>
            <p:cNvSpPr/>
            <p:nvPr/>
          </p:nvSpPr>
          <p:spPr>
            <a:xfrm>
              <a:off x="3677441" y="3211232"/>
              <a:ext cx="384313" cy="344556"/>
            </a:xfrm>
            <a:prstGeom prst="ellipse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20"/>
            <p:cNvSpPr/>
            <p:nvPr/>
          </p:nvSpPr>
          <p:spPr>
            <a:xfrm>
              <a:off x="3644348" y="1335157"/>
              <a:ext cx="384313" cy="344556"/>
            </a:xfrm>
            <a:prstGeom prst="ellipse">
              <a:avLst/>
            </a:prstGeom>
            <a:solidFill>
              <a:srgbClr val="FFC000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20"/>
            <p:cNvSpPr/>
            <p:nvPr/>
          </p:nvSpPr>
          <p:spPr>
            <a:xfrm>
              <a:off x="5711687" y="2590801"/>
              <a:ext cx="384313" cy="344556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9" name="Google Shape;899;p20"/>
            <p:cNvCxnSpPr>
              <a:endCxn id="898" idx="2"/>
            </p:cNvCxnSpPr>
            <p:nvPr/>
          </p:nvCxnSpPr>
          <p:spPr>
            <a:xfrm>
              <a:off x="2484887" y="2763079"/>
              <a:ext cx="322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0" name="Google Shape;900;p20"/>
            <p:cNvCxnSpPr>
              <a:stCxn id="895" idx="7"/>
              <a:endCxn id="897" idx="3"/>
            </p:cNvCxnSpPr>
            <p:nvPr/>
          </p:nvCxnSpPr>
          <p:spPr>
            <a:xfrm flipH="1" rot="10800000">
              <a:off x="2428503" y="1629360"/>
              <a:ext cx="1272000" cy="101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1" name="Google Shape;901;p20"/>
            <p:cNvCxnSpPr>
              <a:stCxn id="895" idx="5"/>
              <a:endCxn id="896" idx="1"/>
            </p:cNvCxnSpPr>
            <p:nvPr/>
          </p:nvCxnSpPr>
          <p:spPr>
            <a:xfrm>
              <a:off x="2428503" y="2884898"/>
              <a:ext cx="1305300" cy="376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02" name="Google Shape;902;p20"/>
          <p:cNvSpPr txBox="1"/>
          <p:nvPr/>
        </p:nvSpPr>
        <p:spPr>
          <a:xfrm>
            <a:off x="2270142" y="4146091"/>
            <a:ext cx="715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0"/>
          <p:cNvSpPr txBox="1"/>
          <p:nvPr/>
        </p:nvSpPr>
        <p:spPr>
          <a:xfrm>
            <a:off x="10487860" y="1291538"/>
            <a:ext cx="10378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0"/>
          <p:cNvSpPr txBox="1"/>
          <p:nvPr/>
        </p:nvSpPr>
        <p:spPr>
          <a:xfrm>
            <a:off x="8291669" y="1674188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0"/>
          <p:cNvSpPr txBox="1"/>
          <p:nvPr/>
        </p:nvSpPr>
        <p:spPr>
          <a:xfrm>
            <a:off x="9484578" y="1649905"/>
            <a:ext cx="14034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0"/>
          <p:cNvSpPr txBox="1"/>
          <p:nvPr/>
        </p:nvSpPr>
        <p:spPr>
          <a:xfrm>
            <a:off x="915014" y="1112214"/>
            <a:ext cx="4551267" cy="9612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0"/>
          <p:cNvSpPr txBox="1"/>
          <p:nvPr/>
        </p:nvSpPr>
        <p:spPr>
          <a:xfrm>
            <a:off x="416518" y="2491748"/>
            <a:ext cx="871330" cy="4110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98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0"/>
          <p:cNvSpPr txBox="1"/>
          <p:nvPr/>
        </p:nvSpPr>
        <p:spPr>
          <a:xfrm>
            <a:off x="1089595" y="2535857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pheromone deposit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0"/>
          <p:cNvSpPr txBox="1"/>
          <p:nvPr/>
        </p:nvSpPr>
        <p:spPr>
          <a:xfrm>
            <a:off x="3047586" y="2436253"/>
            <a:ext cx="765313" cy="50687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0"/>
          <p:cNvSpPr txBox="1"/>
          <p:nvPr/>
        </p:nvSpPr>
        <p:spPr>
          <a:xfrm>
            <a:off x="3681059" y="2518795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path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1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ormiga com preenchimento sólido" id="916" name="Google Shape;9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60637" y="4271134"/>
            <a:ext cx="771922" cy="771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7" name="Google Shape;917;p21"/>
          <p:cNvGrpSpPr/>
          <p:nvPr/>
        </p:nvGrpSpPr>
        <p:grpSpPr>
          <a:xfrm>
            <a:off x="7874405" y="3995583"/>
            <a:ext cx="3024823" cy="1717952"/>
            <a:chOff x="7447690" y="659295"/>
            <a:chExt cx="3995529" cy="2220631"/>
          </a:xfrm>
        </p:grpSpPr>
        <p:grpSp>
          <p:nvGrpSpPr>
            <p:cNvPr id="918" name="Google Shape;918;p21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919" name="Google Shape;919;p21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1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21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21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23" name="Google Shape;923;p21"/>
              <p:cNvCxnSpPr>
                <a:endCxn id="922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4" name="Google Shape;924;p21"/>
              <p:cNvCxnSpPr>
                <a:stCxn id="921" idx="6"/>
                <a:endCxn id="922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5" name="Google Shape;925;p21"/>
              <p:cNvCxnSpPr>
                <a:stCxn id="919" idx="7"/>
                <a:endCxn id="921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6" name="Google Shape;926;p21"/>
              <p:cNvCxnSpPr>
                <a:stCxn id="920" idx="6"/>
                <a:endCxn id="922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7" name="Google Shape;927;p21"/>
              <p:cNvCxnSpPr>
                <a:stCxn id="919" idx="5"/>
                <a:endCxn id="920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8" name="Google Shape;928;p21"/>
              <p:cNvCxnSpPr>
                <a:stCxn id="921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29" name="Google Shape;929;p21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21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21"/>
            <p:cNvSpPr txBox="1"/>
            <p:nvPr/>
          </p:nvSpPr>
          <p:spPr>
            <a:xfrm>
              <a:off x="9124053" y="139834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21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21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21"/>
            <p:cNvSpPr txBox="1"/>
            <p:nvPr/>
          </p:nvSpPr>
          <p:spPr>
            <a:xfrm>
              <a:off x="9907145" y="235387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" name="Google Shape;935;p21"/>
          <p:cNvGrpSpPr/>
          <p:nvPr/>
        </p:nvGrpSpPr>
        <p:grpSpPr>
          <a:xfrm>
            <a:off x="7841801" y="2176749"/>
            <a:ext cx="3024823" cy="1717952"/>
            <a:chOff x="7447690" y="659295"/>
            <a:chExt cx="3995529" cy="2220631"/>
          </a:xfrm>
        </p:grpSpPr>
        <p:grpSp>
          <p:nvGrpSpPr>
            <p:cNvPr id="936" name="Google Shape;936;p21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937" name="Google Shape;937;p21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21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21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21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41" name="Google Shape;941;p21"/>
              <p:cNvCxnSpPr>
                <a:endCxn id="940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2" name="Google Shape;942;p21"/>
              <p:cNvCxnSpPr>
                <a:stCxn id="939" idx="6"/>
                <a:endCxn id="940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3" name="Google Shape;943;p21"/>
              <p:cNvCxnSpPr>
                <a:stCxn id="937" idx="7"/>
                <a:endCxn id="939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4" name="Google Shape;944;p21"/>
              <p:cNvCxnSpPr>
                <a:stCxn id="938" idx="6"/>
                <a:endCxn id="940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5" name="Google Shape;945;p21"/>
              <p:cNvCxnSpPr>
                <a:stCxn id="937" idx="5"/>
                <a:endCxn id="938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6" name="Google Shape;946;p21"/>
              <p:cNvCxnSpPr>
                <a:stCxn id="939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47" name="Google Shape;947;p21"/>
            <p:cNvSpPr txBox="1"/>
            <p:nvPr/>
          </p:nvSpPr>
          <p:spPr>
            <a:xfrm>
              <a:off x="8136446" y="1090063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21"/>
            <p:cNvSpPr txBox="1"/>
            <p:nvPr/>
          </p:nvSpPr>
          <p:spPr>
            <a:xfrm>
              <a:off x="9940672" y="1813200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21"/>
            <p:cNvSpPr txBox="1"/>
            <p:nvPr/>
          </p:nvSpPr>
          <p:spPr>
            <a:xfrm>
              <a:off x="9203603" y="1433102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21"/>
            <p:cNvSpPr txBox="1"/>
            <p:nvPr/>
          </p:nvSpPr>
          <p:spPr>
            <a:xfrm>
              <a:off x="10192064" y="102176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21"/>
            <p:cNvSpPr txBox="1"/>
            <p:nvPr/>
          </p:nvSpPr>
          <p:spPr>
            <a:xfrm>
              <a:off x="8385701" y="2192844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21"/>
            <p:cNvSpPr txBox="1"/>
            <p:nvPr/>
          </p:nvSpPr>
          <p:spPr>
            <a:xfrm>
              <a:off x="9962671" y="2391026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3" name="Google Shape;953;p21"/>
          <p:cNvSpPr txBox="1"/>
          <p:nvPr/>
        </p:nvSpPr>
        <p:spPr>
          <a:xfrm>
            <a:off x="6266079" y="1083328"/>
            <a:ext cx="938492" cy="65986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129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4" name="Google Shape;954;p21"/>
          <p:cNvCxnSpPr/>
          <p:nvPr/>
        </p:nvCxnSpPr>
        <p:spPr>
          <a:xfrm>
            <a:off x="7482866" y="1516393"/>
            <a:ext cx="287935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5" name="Google Shape;955;p21"/>
          <p:cNvSpPr txBox="1"/>
          <p:nvPr/>
        </p:nvSpPr>
        <p:spPr>
          <a:xfrm>
            <a:off x="8242411" y="1083328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6" name="Google Shape;956;p21"/>
          <p:cNvGrpSpPr/>
          <p:nvPr/>
        </p:nvGrpSpPr>
        <p:grpSpPr>
          <a:xfrm>
            <a:off x="2095298" y="3599468"/>
            <a:ext cx="3024823" cy="1717952"/>
            <a:chOff x="2100471" y="1335157"/>
            <a:chExt cx="3995529" cy="2220631"/>
          </a:xfrm>
        </p:grpSpPr>
        <p:sp>
          <p:nvSpPr>
            <p:cNvPr id="957" name="Google Shape;957;p21"/>
            <p:cNvSpPr/>
            <p:nvPr/>
          </p:nvSpPr>
          <p:spPr>
            <a:xfrm>
              <a:off x="2100471" y="2590801"/>
              <a:ext cx="384313" cy="344556"/>
            </a:xfrm>
            <a:prstGeom prst="ellipse">
              <a:avLst/>
            </a:prstGeom>
            <a:solidFill>
              <a:srgbClr val="00B0F0"/>
            </a:solidFill>
            <a:ln cap="flat" cmpd="sng" w="12700">
              <a:solidFill>
                <a:srgbClr val="00B0F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21"/>
            <p:cNvSpPr/>
            <p:nvPr/>
          </p:nvSpPr>
          <p:spPr>
            <a:xfrm>
              <a:off x="3677441" y="3211232"/>
              <a:ext cx="384313" cy="344556"/>
            </a:xfrm>
            <a:prstGeom prst="ellipse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3644348" y="1335157"/>
              <a:ext cx="384313" cy="344556"/>
            </a:xfrm>
            <a:prstGeom prst="ellipse">
              <a:avLst/>
            </a:prstGeom>
            <a:solidFill>
              <a:srgbClr val="FFC000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5711687" y="2590801"/>
              <a:ext cx="384313" cy="344556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1" name="Google Shape;961;p21"/>
            <p:cNvCxnSpPr>
              <a:endCxn id="960" idx="2"/>
            </p:cNvCxnSpPr>
            <p:nvPr/>
          </p:nvCxnSpPr>
          <p:spPr>
            <a:xfrm>
              <a:off x="2484887" y="2763079"/>
              <a:ext cx="322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2" name="Google Shape;962;p21"/>
            <p:cNvCxnSpPr>
              <a:stCxn id="957" idx="7"/>
              <a:endCxn id="959" idx="3"/>
            </p:cNvCxnSpPr>
            <p:nvPr/>
          </p:nvCxnSpPr>
          <p:spPr>
            <a:xfrm flipH="1" rot="10800000">
              <a:off x="2428503" y="1629360"/>
              <a:ext cx="1272000" cy="101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" name="Google Shape;963;p21"/>
            <p:cNvCxnSpPr>
              <a:stCxn id="957" idx="5"/>
              <a:endCxn id="958" idx="1"/>
            </p:cNvCxnSpPr>
            <p:nvPr/>
          </p:nvCxnSpPr>
          <p:spPr>
            <a:xfrm>
              <a:off x="2428503" y="2884898"/>
              <a:ext cx="1305300" cy="376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64" name="Google Shape;964;p21"/>
          <p:cNvSpPr txBox="1"/>
          <p:nvPr/>
        </p:nvSpPr>
        <p:spPr>
          <a:xfrm>
            <a:off x="3441373" y="4328100"/>
            <a:ext cx="689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0.17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1"/>
          <p:cNvSpPr txBox="1"/>
          <p:nvPr/>
        </p:nvSpPr>
        <p:spPr>
          <a:xfrm>
            <a:off x="10596997" y="1335395"/>
            <a:ext cx="10378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0.17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1"/>
          <p:cNvSpPr txBox="1"/>
          <p:nvPr/>
        </p:nvSpPr>
        <p:spPr>
          <a:xfrm>
            <a:off x="2250771" y="3895630"/>
            <a:ext cx="715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7" name="Google Shape;967;p21"/>
          <p:cNvCxnSpPr/>
          <p:nvPr/>
        </p:nvCxnSpPr>
        <p:spPr>
          <a:xfrm>
            <a:off x="7572014" y="1531447"/>
            <a:ext cx="287935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8" name="Google Shape;968;p21"/>
          <p:cNvSpPr txBox="1"/>
          <p:nvPr/>
        </p:nvSpPr>
        <p:spPr>
          <a:xfrm>
            <a:off x="7260915" y="1660870"/>
            <a:ext cx="12204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1"/>
          <p:cNvSpPr txBox="1"/>
          <p:nvPr/>
        </p:nvSpPr>
        <p:spPr>
          <a:xfrm>
            <a:off x="8291669" y="1674188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1"/>
          <p:cNvSpPr txBox="1"/>
          <p:nvPr/>
        </p:nvSpPr>
        <p:spPr>
          <a:xfrm>
            <a:off x="9484578" y="1649905"/>
            <a:ext cx="14034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1"/>
          <p:cNvSpPr txBox="1"/>
          <p:nvPr/>
        </p:nvSpPr>
        <p:spPr>
          <a:xfrm>
            <a:off x="969436" y="976355"/>
            <a:ext cx="4551267" cy="9612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1"/>
          <p:cNvSpPr txBox="1"/>
          <p:nvPr/>
        </p:nvSpPr>
        <p:spPr>
          <a:xfrm>
            <a:off x="470940" y="2355889"/>
            <a:ext cx="871330" cy="4110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93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1"/>
          <p:cNvSpPr txBox="1"/>
          <p:nvPr/>
        </p:nvSpPr>
        <p:spPr>
          <a:xfrm>
            <a:off x="1144017" y="2399998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pheromone deposit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1"/>
          <p:cNvSpPr txBox="1"/>
          <p:nvPr/>
        </p:nvSpPr>
        <p:spPr>
          <a:xfrm>
            <a:off x="3102008" y="2300394"/>
            <a:ext cx="765313" cy="50687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1"/>
          <p:cNvSpPr txBox="1"/>
          <p:nvPr/>
        </p:nvSpPr>
        <p:spPr>
          <a:xfrm>
            <a:off x="3735481" y="2382936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path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22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ormiga com preenchimento sólido" id="981" name="Google Shape;9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258006" y="4447800"/>
            <a:ext cx="771922" cy="771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2" name="Google Shape;982;p22"/>
          <p:cNvGrpSpPr/>
          <p:nvPr/>
        </p:nvGrpSpPr>
        <p:grpSpPr>
          <a:xfrm>
            <a:off x="8087097" y="4031256"/>
            <a:ext cx="3024823" cy="1799848"/>
            <a:chOff x="7447690" y="659295"/>
            <a:chExt cx="3995529" cy="2326490"/>
          </a:xfrm>
        </p:grpSpPr>
        <p:grpSp>
          <p:nvGrpSpPr>
            <p:cNvPr id="983" name="Google Shape;983;p22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984" name="Google Shape;984;p22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22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22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22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8" name="Google Shape;988;p22"/>
              <p:cNvCxnSpPr>
                <a:endCxn id="987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9" name="Google Shape;989;p22"/>
              <p:cNvCxnSpPr>
                <a:stCxn id="986" idx="6"/>
                <a:endCxn id="987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22"/>
              <p:cNvCxnSpPr>
                <a:stCxn id="984" idx="7"/>
                <a:endCxn id="986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22"/>
              <p:cNvCxnSpPr>
                <a:stCxn id="985" idx="6"/>
                <a:endCxn id="987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2" name="Google Shape;992;p22"/>
              <p:cNvCxnSpPr>
                <a:stCxn id="984" idx="5"/>
                <a:endCxn id="985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3" name="Google Shape;993;p22"/>
              <p:cNvCxnSpPr>
                <a:stCxn id="986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94" name="Google Shape;994;p22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22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22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22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22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22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0" name="Google Shape;1000;p22"/>
          <p:cNvGrpSpPr/>
          <p:nvPr/>
        </p:nvGrpSpPr>
        <p:grpSpPr>
          <a:xfrm>
            <a:off x="8064335" y="2259075"/>
            <a:ext cx="3024823" cy="1717952"/>
            <a:chOff x="7447690" y="659295"/>
            <a:chExt cx="3995529" cy="2220631"/>
          </a:xfrm>
        </p:grpSpPr>
        <p:grpSp>
          <p:nvGrpSpPr>
            <p:cNvPr id="1001" name="Google Shape;1001;p22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1002" name="Google Shape;1002;p22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22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cap="flat" cmpd="sng" w="12700">
                <a:solidFill>
                  <a:srgbClr val="92D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22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cap="flat" cmpd="sng" w="127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22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6" name="Google Shape;1006;p22"/>
              <p:cNvCxnSpPr>
                <a:endCxn id="1005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7" name="Google Shape;1007;p22"/>
              <p:cNvCxnSpPr>
                <a:stCxn id="1004" idx="6"/>
                <a:endCxn id="1005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8" name="Google Shape;1008;p22"/>
              <p:cNvCxnSpPr>
                <a:stCxn id="1002" idx="7"/>
                <a:endCxn id="1004" idx="3"/>
              </p:cNvCxnSpPr>
              <p:nvPr/>
            </p:nvCxnSpPr>
            <p:spPr>
              <a:xfrm flipH="1" rot="10800000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9" name="Google Shape;1009;p22"/>
              <p:cNvCxnSpPr>
                <a:stCxn id="1003" idx="6"/>
                <a:endCxn id="1005" idx="3"/>
              </p:cNvCxnSpPr>
              <p:nvPr/>
            </p:nvCxnSpPr>
            <p:spPr>
              <a:xfrm flipH="1" rot="10800000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0" name="Google Shape;1010;p22"/>
              <p:cNvCxnSpPr>
                <a:stCxn id="1002" idx="5"/>
                <a:endCxn id="1003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1" name="Google Shape;1011;p22"/>
              <p:cNvCxnSpPr>
                <a:stCxn id="1004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012" name="Google Shape;1012;p22"/>
            <p:cNvSpPr txBox="1"/>
            <p:nvPr/>
          </p:nvSpPr>
          <p:spPr>
            <a:xfrm>
              <a:off x="8136446" y="1090063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22"/>
            <p:cNvSpPr txBox="1"/>
            <p:nvPr/>
          </p:nvSpPr>
          <p:spPr>
            <a:xfrm>
              <a:off x="9949019" y="1712075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22"/>
            <p:cNvSpPr txBox="1"/>
            <p:nvPr/>
          </p:nvSpPr>
          <p:spPr>
            <a:xfrm>
              <a:off x="9103074" y="1228428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22"/>
            <p:cNvSpPr txBox="1"/>
            <p:nvPr/>
          </p:nvSpPr>
          <p:spPr>
            <a:xfrm>
              <a:off x="10192064" y="102176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22"/>
            <p:cNvSpPr txBox="1"/>
            <p:nvPr/>
          </p:nvSpPr>
          <p:spPr>
            <a:xfrm>
              <a:off x="8386960" y="2192017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22"/>
            <p:cNvSpPr txBox="1"/>
            <p:nvPr/>
          </p:nvSpPr>
          <p:spPr>
            <a:xfrm>
              <a:off x="10007793" y="2202775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8" name="Google Shape;1018;p22"/>
          <p:cNvSpPr txBox="1"/>
          <p:nvPr/>
        </p:nvSpPr>
        <p:spPr>
          <a:xfrm>
            <a:off x="6669342" y="1073256"/>
            <a:ext cx="938492" cy="65986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843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9" name="Google Shape;1019;p22"/>
          <p:cNvCxnSpPr/>
          <p:nvPr/>
        </p:nvCxnSpPr>
        <p:spPr>
          <a:xfrm>
            <a:off x="7969142" y="1488118"/>
            <a:ext cx="287935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0" name="Google Shape;1020;p22"/>
          <p:cNvSpPr txBox="1"/>
          <p:nvPr/>
        </p:nvSpPr>
        <p:spPr>
          <a:xfrm>
            <a:off x="8728687" y="1055053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1" name="Google Shape;1021;p22"/>
          <p:cNvGrpSpPr/>
          <p:nvPr/>
        </p:nvGrpSpPr>
        <p:grpSpPr>
          <a:xfrm>
            <a:off x="2029308" y="3730565"/>
            <a:ext cx="3024823" cy="1691409"/>
            <a:chOff x="2100471" y="1335157"/>
            <a:chExt cx="3995529" cy="2186321"/>
          </a:xfrm>
        </p:grpSpPr>
        <p:sp>
          <p:nvSpPr>
            <p:cNvPr id="1022" name="Google Shape;1022;p22"/>
            <p:cNvSpPr/>
            <p:nvPr/>
          </p:nvSpPr>
          <p:spPr>
            <a:xfrm>
              <a:off x="2100471" y="2590801"/>
              <a:ext cx="384313" cy="344556"/>
            </a:xfrm>
            <a:prstGeom prst="ellipse">
              <a:avLst/>
            </a:prstGeom>
            <a:solidFill>
              <a:srgbClr val="00B0F0"/>
            </a:solidFill>
            <a:ln cap="flat" cmpd="sng" w="12700">
              <a:solidFill>
                <a:srgbClr val="00B0F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22"/>
            <p:cNvSpPr/>
            <p:nvPr/>
          </p:nvSpPr>
          <p:spPr>
            <a:xfrm>
              <a:off x="3713922" y="3176922"/>
              <a:ext cx="384313" cy="344556"/>
            </a:xfrm>
            <a:prstGeom prst="ellipse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22"/>
            <p:cNvSpPr/>
            <p:nvPr/>
          </p:nvSpPr>
          <p:spPr>
            <a:xfrm>
              <a:off x="3644348" y="1335157"/>
              <a:ext cx="384313" cy="344556"/>
            </a:xfrm>
            <a:prstGeom prst="ellipse">
              <a:avLst/>
            </a:prstGeom>
            <a:solidFill>
              <a:srgbClr val="FFC000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22"/>
            <p:cNvSpPr/>
            <p:nvPr/>
          </p:nvSpPr>
          <p:spPr>
            <a:xfrm>
              <a:off x="5711687" y="2590801"/>
              <a:ext cx="384313" cy="344556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6" name="Google Shape;1026;p22"/>
            <p:cNvCxnSpPr>
              <a:endCxn id="1025" idx="2"/>
            </p:cNvCxnSpPr>
            <p:nvPr/>
          </p:nvCxnSpPr>
          <p:spPr>
            <a:xfrm>
              <a:off x="2484887" y="2763079"/>
              <a:ext cx="322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7" name="Google Shape;1027;p22"/>
            <p:cNvCxnSpPr>
              <a:stCxn id="1022" idx="7"/>
              <a:endCxn id="1024" idx="3"/>
            </p:cNvCxnSpPr>
            <p:nvPr/>
          </p:nvCxnSpPr>
          <p:spPr>
            <a:xfrm flipH="1" rot="10800000">
              <a:off x="2428503" y="1629360"/>
              <a:ext cx="1272000" cy="101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8" name="Google Shape;1028;p22"/>
            <p:cNvCxnSpPr>
              <a:stCxn id="1022" idx="5"/>
              <a:endCxn id="1023" idx="1"/>
            </p:cNvCxnSpPr>
            <p:nvPr/>
          </p:nvCxnSpPr>
          <p:spPr>
            <a:xfrm>
              <a:off x="2428503" y="2884898"/>
              <a:ext cx="1341600" cy="34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29" name="Google Shape;1029;p22"/>
          <p:cNvSpPr txBox="1"/>
          <p:nvPr/>
        </p:nvSpPr>
        <p:spPr>
          <a:xfrm>
            <a:off x="2445054" y="5163120"/>
            <a:ext cx="628246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2"/>
          <p:cNvSpPr txBox="1"/>
          <p:nvPr/>
        </p:nvSpPr>
        <p:spPr>
          <a:xfrm>
            <a:off x="3478391" y="4447800"/>
            <a:ext cx="658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0.17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2"/>
          <p:cNvSpPr txBox="1"/>
          <p:nvPr/>
        </p:nvSpPr>
        <p:spPr>
          <a:xfrm>
            <a:off x="10768050" y="1256129"/>
            <a:ext cx="103784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2"/>
          <p:cNvSpPr txBox="1"/>
          <p:nvPr/>
        </p:nvSpPr>
        <p:spPr>
          <a:xfrm>
            <a:off x="2191868" y="4002280"/>
            <a:ext cx="715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2"/>
          <p:cNvSpPr txBox="1"/>
          <p:nvPr/>
        </p:nvSpPr>
        <p:spPr>
          <a:xfrm>
            <a:off x="7631990" y="1577830"/>
            <a:ext cx="12204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2"/>
          <p:cNvSpPr txBox="1"/>
          <p:nvPr/>
        </p:nvSpPr>
        <p:spPr>
          <a:xfrm>
            <a:off x="8662744" y="1591148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2"/>
          <p:cNvSpPr txBox="1"/>
          <p:nvPr/>
        </p:nvSpPr>
        <p:spPr>
          <a:xfrm>
            <a:off x="9855653" y="1566865"/>
            <a:ext cx="14034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(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(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2"/>
          <p:cNvSpPr txBox="1"/>
          <p:nvPr/>
        </p:nvSpPr>
        <p:spPr>
          <a:xfrm>
            <a:off x="793413" y="1019158"/>
            <a:ext cx="4551267" cy="9612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2"/>
          <p:cNvSpPr txBox="1"/>
          <p:nvPr/>
        </p:nvSpPr>
        <p:spPr>
          <a:xfrm>
            <a:off x="294917" y="2398692"/>
            <a:ext cx="871330" cy="4110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93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2"/>
          <p:cNvSpPr txBox="1"/>
          <p:nvPr/>
        </p:nvSpPr>
        <p:spPr>
          <a:xfrm>
            <a:off x="967994" y="2442801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pheromone deposit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2"/>
          <p:cNvSpPr txBox="1"/>
          <p:nvPr/>
        </p:nvSpPr>
        <p:spPr>
          <a:xfrm>
            <a:off x="2925985" y="2343197"/>
            <a:ext cx="765313" cy="50687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2"/>
          <p:cNvSpPr txBox="1"/>
          <p:nvPr/>
        </p:nvSpPr>
        <p:spPr>
          <a:xfrm>
            <a:off x="3559458" y="2425739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path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23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3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3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3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9" name="Google Shape;1049;p23"/>
          <p:cNvCxnSpPr>
            <a:endCxn id="1046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50" name="Google Shape;1050;p23"/>
          <p:cNvCxnSpPr>
            <a:endCxn id="1048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51" name="Google Shape;1051;p23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52" name="Google Shape;1052;p23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53" name="Google Shape;1053;p23"/>
          <p:cNvCxnSpPr>
            <a:endCxn id="1047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54" name="Google Shape;1054;p23"/>
          <p:cNvCxnSpPr>
            <a:stCxn id="1045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055" name="Google Shape;10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056" name="Google Shape;10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23"/>
          <p:cNvSpPr txBox="1"/>
          <p:nvPr/>
        </p:nvSpPr>
        <p:spPr>
          <a:xfrm>
            <a:off x="5073024" y="1327584"/>
            <a:ext cx="11485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3"/>
          <p:cNvSpPr txBox="1"/>
          <p:nvPr/>
        </p:nvSpPr>
        <p:spPr>
          <a:xfrm>
            <a:off x="7797682" y="1558416"/>
            <a:ext cx="14945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3"/>
          <p:cNvSpPr txBox="1"/>
          <p:nvPr/>
        </p:nvSpPr>
        <p:spPr>
          <a:xfrm>
            <a:off x="8189747" y="4007512"/>
            <a:ext cx="13838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3"/>
          <p:cNvSpPr txBox="1"/>
          <p:nvPr/>
        </p:nvSpPr>
        <p:spPr>
          <a:xfrm>
            <a:off x="595532" y="1383103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3"/>
          <p:cNvSpPr txBox="1"/>
          <p:nvPr/>
        </p:nvSpPr>
        <p:spPr>
          <a:xfrm>
            <a:off x="4764276" y="4031123"/>
            <a:ext cx="13838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3"/>
          <p:cNvSpPr txBox="1"/>
          <p:nvPr/>
        </p:nvSpPr>
        <p:spPr>
          <a:xfrm rot="4189128">
            <a:off x="6193877" y="2009303"/>
            <a:ext cx="13838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3"/>
          <p:cNvSpPr txBox="1"/>
          <p:nvPr/>
        </p:nvSpPr>
        <p:spPr>
          <a:xfrm>
            <a:off x="6717684" y="3000204"/>
            <a:ext cx="14404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24"/>
          <p:cNvSpPr txBox="1"/>
          <p:nvPr/>
        </p:nvSpPr>
        <p:spPr>
          <a:xfrm>
            <a:off x="595532" y="1383103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4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4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4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3" name="Google Shape;1073;p24"/>
          <p:cNvCxnSpPr>
            <a:endCxn id="1070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74" name="Google Shape;1074;p24"/>
          <p:cNvCxnSpPr>
            <a:endCxn id="1072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75" name="Google Shape;1075;p24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76" name="Google Shape;1076;p24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77" name="Google Shape;1077;p24"/>
          <p:cNvCxnSpPr>
            <a:endCxn id="1071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78" name="Google Shape;1078;p24"/>
          <p:cNvCxnSpPr>
            <a:stCxn id="1069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079" name="Google Shape;10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080" name="Google Shape;108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24"/>
          <p:cNvSpPr txBox="1"/>
          <p:nvPr/>
        </p:nvSpPr>
        <p:spPr>
          <a:xfrm>
            <a:off x="4882897" y="1157650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(1/1)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4"/>
          <p:cNvSpPr txBox="1"/>
          <p:nvPr/>
        </p:nvSpPr>
        <p:spPr>
          <a:xfrm>
            <a:off x="8189747" y="1441904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0.66(1/1.5)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4"/>
          <p:cNvSpPr txBox="1"/>
          <p:nvPr/>
        </p:nvSpPr>
        <p:spPr>
          <a:xfrm>
            <a:off x="8189747" y="4007512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0.66 (1/1.5)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4"/>
          <p:cNvSpPr txBox="1"/>
          <p:nvPr/>
        </p:nvSpPr>
        <p:spPr>
          <a:xfrm>
            <a:off x="4632500" y="40695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0.66 (1/1.5)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4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 (1/2)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4"/>
          <p:cNvSpPr txBox="1"/>
          <p:nvPr/>
        </p:nvSpPr>
        <p:spPr>
          <a:xfrm>
            <a:off x="6717684" y="300020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0.33 (1/3)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25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5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5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5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" name="Google Shape;1095;p25"/>
          <p:cNvCxnSpPr>
            <a:endCxn id="1092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96" name="Google Shape;1096;p25"/>
          <p:cNvCxnSpPr>
            <a:endCxn id="1094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97" name="Google Shape;1097;p25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98" name="Google Shape;1098;p25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099" name="Google Shape;1099;p25"/>
          <p:cNvCxnSpPr>
            <a:endCxn id="1093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00" name="Google Shape;1100;p25"/>
          <p:cNvCxnSpPr>
            <a:stCxn id="1091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101" name="Google Shape;11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102" name="Google Shape;11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25"/>
          <p:cNvSpPr txBox="1"/>
          <p:nvPr/>
        </p:nvSpPr>
        <p:spPr>
          <a:xfrm>
            <a:off x="4882897" y="1157650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(1/1)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5"/>
          <p:cNvSpPr txBox="1"/>
          <p:nvPr/>
        </p:nvSpPr>
        <p:spPr>
          <a:xfrm>
            <a:off x="8189747" y="1441904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0.66(1/1.5)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5"/>
          <p:cNvSpPr txBox="1"/>
          <p:nvPr/>
        </p:nvSpPr>
        <p:spPr>
          <a:xfrm>
            <a:off x="8189747" y="4007512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0.66 (1/1.5)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5"/>
          <p:cNvSpPr txBox="1"/>
          <p:nvPr/>
        </p:nvSpPr>
        <p:spPr>
          <a:xfrm>
            <a:off x="595532" y="1383103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5"/>
          <p:cNvSpPr txBox="1"/>
          <p:nvPr/>
        </p:nvSpPr>
        <p:spPr>
          <a:xfrm>
            <a:off x="4632500" y="40695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0.66 (1/1.5)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5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 (1/2)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5"/>
          <p:cNvSpPr txBox="1"/>
          <p:nvPr/>
        </p:nvSpPr>
        <p:spPr>
          <a:xfrm>
            <a:off x="6717684" y="300020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0.33 (1/3)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0" name="Google Shape;1110;p25"/>
          <p:cNvCxnSpPr/>
          <p:nvPr/>
        </p:nvCxnSpPr>
        <p:spPr>
          <a:xfrm flipH="1" rot="10800000">
            <a:off x="4890456" y="1258004"/>
            <a:ext cx="1359982" cy="128676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11" name="Google Shape;1111;p25"/>
          <p:cNvCxnSpPr/>
          <p:nvPr/>
        </p:nvCxnSpPr>
        <p:spPr>
          <a:xfrm>
            <a:off x="4952650" y="3028063"/>
            <a:ext cx="1589859" cy="1624863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6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6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6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6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0" name="Google Shape;1120;p26"/>
          <p:cNvCxnSpPr>
            <a:endCxn id="1117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21" name="Google Shape;1121;p26"/>
          <p:cNvCxnSpPr>
            <a:endCxn id="1119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22" name="Google Shape;1122;p26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23" name="Google Shape;1123;p26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24" name="Google Shape;1124;p26"/>
          <p:cNvCxnSpPr>
            <a:endCxn id="1118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25" name="Google Shape;1125;p26"/>
          <p:cNvCxnSpPr>
            <a:stCxn id="1116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126" name="Google Shape;11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127" name="Google Shape;112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26"/>
          <p:cNvSpPr txBox="1"/>
          <p:nvPr/>
        </p:nvSpPr>
        <p:spPr>
          <a:xfrm>
            <a:off x="4882897" y="1157650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(1/1)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6"/>
          <p:cNvSpPr txBox="1"/>
          <p:nvPr/>
        </p:nvSpPr>
        <p:spPr>
          <a:xfrm>
            <a:off x="8189747" y="1441904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0.66(1/1.5)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26"/>
          <p:cNvSpPr txBox="1"/>
          <p:nvPr/>
        </p:nvSpPr>
        <p:spPr>
          <a:xfrm>
            <a:off x="8189747" y="4007512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0.66 (1/1.5)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6"/>
          <p:cNvSpPr txBox="1"/>
          <p:nvPr/>
        </p:nvSpPr>
        <p:spPr>
          <a:xfrm>
            <a:off x="595532" y="1383103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6"/>
          <p:cNvSpPr txBox="1"/>
          <p:nvPr/>
        </p:nvSpPr>
        <p:spPr>
          <a:xfrm>
            <a:off x="4632500" y="40695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0.66 (1/1.5)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6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 (1/2)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6"/>
          <p:cNvSpPr txBox="1"/>
          <p:nvPr/>
        </p:nvSpPr>
        <p:spPr>
          <a:xfrm>
            <a:off x="6717684" y="300020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0.33 (1/3)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5" name="Google Shape;1135;p26"/>
          <p:cNvCxnSpPr/>
          <p:nvPr/>
        </p:nvCxnSpPr>
        <p:spPr>
          <a:xfrm flipH="1" rot="10800000">
            <a:off x="4890456" y="1258004"/>
            <a:ext cx="1359982" cy="128676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36" name="Google Shape;1136;p26"/>
          <p:cNvCxnSpPr/>
          <p:nvPr/>
        </p:nvCxnSpPr>
        <p:spPr>
          <a:xfrm>
            <a:off x="4952650" y="3028063"/>
            <a:ext cx="1589859" cy="1624863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37" name="Google Shape;1137;p26"/>
          <p:cNvCxnSpPr/>
          <p:nvPr/>
        </p:nvCxnSpPr>
        <p:spPr>
          <a:xfrm flipH="1" rot="10800000">
            <a:off x="6837914" y="3131936"/>
            <a:ext cx="2624138" cy="1550607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38" name="Google Shape;1138;p26"/>
          <p:cNvCxnSpPr/>
          <p:nvPr/>
        </p:nvCxnSpPr>
        <p:spPr>
          <a:xfrm>
            <a:off x="6903287" y="1069632"/>
            <a:ext cx="2846412" cy="16243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27"/>
          <p:cNvSpPr txBox="1"/>
          <p:nvPr/>
        </p:nvSpPr>
        <p:spPr>
          <a:xfrm>
            <a:off x="4027664" y="3603047"/>
            <a:ext cx="374130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pt-BR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+0.33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pt-BR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+0.33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7"/>
          <p:cNvSpPr txBox="1"/>
          <p:nvPr/>
        </p:nvSpPr>
        <p:spPr>
          <a:xfrm>
            <a:off x="8164337" y="771455"/>
            <a:ext cx="363009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Ants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AB,BD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length: 2.5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deposited: 1/2.5 (0.4)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AC, CD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length :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deposited : 1/3 (0.33)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7"/>
          <p:cNvSpPr txBox="1"/>
          <p:nvPr/>
        </p:nvSpPr>
        <p:spPr>
          <a:xfrm>
            <a:off x="8436336" y="3603047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7"/>
          <p:cNvSpPr txBox="1"/>
          <p:nvPr/>
        </p:nvSpPr>
        <p:spPr>
          <a:xfrm>
            <a:off x="454810" y="3603047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7" name="Google Shape;1147;p27"/>
          <p:cNvPicPr preferRelativeResize="0"/>
          <p:nvPr/>
        </p:nvPicPr>
        <p:blipFill rotWithShape="1">
          <a:blip r:embed="rId3">
            <a:alphaModFix/>
          </a:blip>
          <a:srcRect b="25591" l="43261" r="18043" t="28395"/>
          <a:stretch/>
        </p:blipFill>
        <p:spPr>
          <a:xfrm>
            <a:off x="1378225" y="449030"/>
            <a:ext cx="4717775" cy="3154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28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8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8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8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6" name="Google Shape;1156;p28"/>
          <p:cNvCxnSpPr>
            <a:endCxn id="1153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57" name="Google Shape;1157;p28"/>
          <p:cNvCxnSpPr>
            <a:endCxn id="1155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58" name="Google Shape;1158;p28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59" name="Google Shape;1159;p28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60" name="Google Shape;1160;p28"/>
          <p:cNvCxnSpPr>
            <a:endCxn id="1154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61" name="Google Shape;1161;p28"/>
          <p:cNvCxnSpPr>
            <a:stCxn id="1152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162" name="Google Shape;11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4146332" y="2114502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163" name="Google Shape;116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311231" y="290155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28"/>
          <p:cNvSpPr txBox="1"/>
          <p:nvPr/>
        </p:nvSpPr>
        <p:spPr>
          <a:xfrm>
            <a:off x="4875047" y="1044549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 (1.1/1)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8"/>
          <p:cNvSpPr txBox="1"/>
          <p:nvPr/>
        </p:nvSpPr>
        <p:spPr>
          <a:xfrm>
            <a:off x="8324727" y="1301070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0.73(1.1/1.5)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8"/>
          <p:cNvSpPr txBox="1"/>
          <p:nvPr/>
        </p:nvSpPr>
        <p:spPr>
          <a:xfrm>
            <a:off x="8189747" y="4007512"/>
            <a:ext cx="172023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0.68 (1.033/1.5)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8"/>
          <p:cNvSpPr txBox="1"/>
          <p:nvPr/>
        </p:nvSpPr>
        <p:spPr>
          <a:xfrm>
            <a:off x="4411751" y="4233458"/>
            <a:ext cx="16553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0.68 (1.033/1.5)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8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0.35 (0.7/2)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8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0.23 (0.7/3)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0" name="Google Shape;1170;p28"/>
          <p:cNvCxnSpPr/>
          <p:nvPr/>
        </p:nvCxnSpPr>
        <p:spPr>
          <a:xfrm flipH="1" rot="10800000">
            <a:off x="4890456" y="1430878"/>
            <a:ext cx="1125894" cy="111389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71" name="Google Shape;1171;p28"/>
          <p:cNvCxnSpPr/>
          <p:nvPr/>
        </p:nvCxnSpPr>
        <p:spPr>
          <a:xfrm>
            <a:off x="5065358" y="2994240"/>
            <a:ext cx="1412559" cy="1507030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172" name="Google Shape;1172;p28"/>
          <p:cNvSpPr txBox="1"/>
          <p:nvPr/>
        </p:nvSpPr>
        <p:spPr>
          <a:xfrm>
            <a:off x="1054228" y="1621688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29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9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29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9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1" name="Google Shape;1181;p29"/>
          <p:cNvCxnSpPr>
            <a:endCxn id="1178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82" name="Google Shape;1182;p29"/>
          <p:cNvCxnSpPr>
            <a:endCxn id="1180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83" name="Google Shape;1183;p29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84" name="Google Shape;1184;p29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85" name="Google Shape;1185;p29"/>
          <p:cNvCxnSpPr>
            <a:endCxn id="1179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186" name="Google Shape;1186;p29"/>
          <p:cNvCxnSpPr>
            <a:stCxn id="1177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187" name="Google Shape;11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4146332" y="2114502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188" name="Google Shape;118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311231" y="290155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29"/>
          <p:cNvSpPr txBox="1"/>
          <p:nvPr/>
        </p:nvSpPr>
        <p:spPr>
          <a:xfrm>
            <a:off x="4875047" y="1044549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 (1.1/1)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9"/>
          <p:cNvSpPr txBox="1"/>
          <p:nvPr/>
        </p:nvSpPr>
        <p:spPr>
          <a:xfrm>
            <a:off x="8324727" y="1301070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0.73(1.1/1.5)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9"/>
          <p:cNvSpPr txBox="1"/>
          <p:nvPr/>
        </p:nvSpPr>
        <p:spPr>
          <a:xfrm>
            <a:off x="8189747" y="4007512"/>
            <a:ext cx="172023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0.68 (1.033/1.5)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9"/>
          <p:cNvSpPr txBox="1"/>
          <p:nvPr/>
        </p:nvSpPr>
        <p:spPr>
          <a:xfrm>
            <a:off x="4411751" y="4233458"/>
            <a:ext cx="16553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0.68 (1.033/1.5)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29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0.35 (0.7/2)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9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0.23 (0.7/3)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5" name="Google Shape;1195;p29"/>
          <p:cNvCxnSpPr/>
          <p:nvPr/>
        </p:nvCxnSpPr>
        <p:spPr>
          <a:xfrm flipH="1" rot="10800000">
            <a:off x="4890456" y="1184970"/>
            <a:ext cx="1406139" cy="135980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96" name="Google Shape;1196;p29"/>
          <p:cNvCxnSpPr/>
          <p:nvPr/>
        </p:nvCxnSpPr>
        <p:spPr>
          <a:xfrm>
            <a:off x="5053339" y="3035420"/>
            <a:ext cx="1412559" cy="1507030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197" name="Google Shape;1197;p29"/>
          <p:cNvSpPr txBox="1"/>
          <p:nvPr/>
        </p:nvSpPr>
        <p:spPr>
          <a:xfrm>
            <a:off x="1054228" y="1621688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8" name="Google Shape;1198;p29"/>
          <p:cNvCxnSpPr/>
          <p:nvPr/>
        </p:nvCxnSpPr>
        <p:spPr>
          <a:xfrm flipH="1" rot="10800000">
            <a:off x="6942768" y="3078574"/>
            <a:ext cx="2556419" cy="1612696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99" name="Google Shape;1199;p29"/>
          <p:cNvCxnSpPr/>
          <p:nvPr/>
        </p:nvCxnSpPr>
        <p:spPr>
          <a:xfrm>
            <a:off x="6966620" y="1091776"/>
            <a:ext cx="2659925" cy="149190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30"/>
          <p:cNvSpPr txBox="1"/>
          <p:nvPr/>
        </p:nvSpPr>
        <p:spPr>
          <a:xfrm>
            <a:off x="7895874" y="3603047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30"/>
          <p:cNvSpPr txBox="1"/>
          <p:nvPr/>
        </p:nvSpPr>
        <p:spPr>
          <a:xfrm>
            <a:off x="8164337" y="771455"/>
            <a:ext cx="363009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Ants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AB,BD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length: 2.5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deposited: 1/2.5 (0.4)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AB, CD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length :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deposited : 1/3 (0.33)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6" name="Google Shape;1206;p30"/>
          <p:cNvPicPr preferRelativeResize="0"/>
          <p:nvPr/>
        </p:nvPicPr>
        <p:blipFill rotWithShape="1">
          <a:blip r:embed="rId3">
            <a:alphaModFix/>
          </a:blip>
          <a:srcRect b="25784" l="44239" r="18478" t="29361"/>
          <a:stretch/>
        </p:blipFill>
        <p:spPr>
          <a:xfrm>
            <a:off x="1276582" y="268131"/>
            <a:ext cx="4641322" cy="3139321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30"/>
          <p:cNvSpPr txBox="1"/>
          <p:nvPr/>
        </p:nvSpPr>
        <p:spPr>
          <a:xfrm>
            <a:off x="559389" y="3603046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30"/>
          <p:cNvSpPr txBox="1"/>
          <p:nvPr/>
        </p:nvSpPr>
        <p:spPr>
          <a:xfrm>
            <a:off x="3995342" y="3603046"/>
            <a:ext cx="374130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1" i="0" lang="pt-BR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+0.33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1.033</a:t>
            </a:r>
            <a:r>
              <a:rPr b="1" i="0" lang="pt-BR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+0.33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31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1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1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1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7" name="Google Shape;1217;p31"/>
          <p:cNvCxnSpPr>
            <a:endCxn id="1214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18" name="Google Shape;1218;p31"/>
          <p:cNvCxnSpPr>
            <a:endCxn id="1216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19" name="Google Shape;1219;p31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20" name="Google Shape;1220;p31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21" name="Google Shape;1221;p31"/>
          <p:cNvCxnSpPr>
            <a:endCxn id="1215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22" name="Google Shape;1222;p31"/>
          <p:cNvCxnSpPr>
            <a:stCxn id="1213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223" name="Google Shape;122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224" name="Google Shape;122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31"/>
          <p:cNvSpPr txBox="1"/>
          <p:nvPr/>
        </p:nvSpPr>
        <p:spPr>
          <a:xfrm>
            <a:off x="4656553" y="1099340"/>
            <a:ext cx="13507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 (1.17/1)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1"/>
          <p:cNvSpPr txBox="1"/>
          <p:nvPr/>
        </p:nvSpPr>
        <p:spPr>
          <a:xfrm>
            <a:off x="8079018" y="1268617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0.78(1.17/1.5)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1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 (1.05/1.5)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1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 (1.05/1.5)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1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0.24 (0.49/2)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1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0.16 (0.49/3)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1"/>
          <p:cNvSpPr txBox="1"/>
          <p:nvPr/>
        </p:nvSpPr>
        <p:spPr>
          <a:xfrm>
            <a:off x="831395" y="1737532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2" name="Google Shape;1232;p31"/>
          <p:cNvCxnSpPr/>
          <p:nvPr/>
        </p:nvCxnSpPr>
        <p:spPr>
          <a:xfrm flipH="1" rot="10800000">
            <a:off x="4931160" y="1195617"/>
            <a:ext cx="1406139" cy="135980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233" name="Google Shape;1233;p31"/>
          <p:cNvCxnSpPr/>
          <p:nvPr/>
        </p:nvCxnSpPr>
        <p:spPr>
          <a:xfrm flipH="1" rot="10800000">
            <a:off x="5083308" y="1471165"/>
            <a:ext cx="1392200" cy="1349903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32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2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2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32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2" name="Google Shape;1242;p32"/>
          <p:cNvCxnSpPr>
            <a:endCxn id="1239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43" name="Google Shape;1243;p32"/>
          <p:cNvCxnSpPr>
            <a:endCxn id="1241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44" name="Google Shape;1244;p32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45" name="Google Shape;1245;p32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46" name="Google Shape;1246;p32"/>
          <p:cNvCxnSpPr>
            <a:endCxn id="1240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47" name="Google Shape;1247;p32"/>
          <p:cNvCxnSpPr>
            <a:stCxn id="1238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248" name="Google Shape;124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249" name="Google Shape;124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32"/>
          <p:cNvSpPr txBox="1"/>
          <p:nvPr/>
        </p:nvSpPr>
        <p:spPr>
          <a:xfrm>
            <a:off x="4656553" y="1099340"/>
            <a:ext cx="13507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 (1.17/1)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2"/>
          <p:cNvSpPr txBox="1"/>
          <p:nvPr/>
        </p:nvSpPr>
        <p:spPr>
          <a:xfrm>
            <a:off x="8079018" y="1268617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0.78(1.17/1.5)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2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 (1.05/1.5)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2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 (1.05/1.5)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2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0.24 (0.49/2)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2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0.16 (0.49/3)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2"/>
          <p:cNvSpPr txBox="1"/>
          <p:nvPr/>
        </p:nvSpPr>
        <p:spPr>
          <a:xfrm>
            <a:off x="831395" y="1737532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7" name="Google Shape;1257;p32"/>
          <p:cNvCxnSpPr/>
          <p:nvPr/>
        </p:nvCxnSpPr>
        <p:spPr>
          <a:xfrm flipH="1" rot="10800000">
            <a:off x="4931160" y="1195617"/>
            <a:ext cx="1406139" cy="135980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258" name="Google Shape;1258;p32"/>
          <p:cNvCxnSpPr/>
          <p:nvPr/>
        </p:nvCxnSpPr>
        <p:spPr>
          <a:xfrm flipH="1" rot="10800000">
            <a:off x="5083308" y="1471165"/>
            <a:ext cx="1392200" cy="1349903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259" name="Google Shape;1259;p32"/>
          <p:cNvCxnSpPr/>
          <p:nvPr/>
        </p:nvCxnSpPr>
        <p:spPr>
          <a:xfrm>
            <a:off x="6890672" y="1037623"/>
            <a:ext cx="2858099" cy="156647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260" name="Google Shape;1260;p32"/>
          <p:cNvCxnSpPr/>
          <p:nvPr/>
        </p:nvCxnSpPr>
        <p:spPr>
          <a:xfrm>
            <a:off x="6760199" y="1349024"/>
            <a:ext cx="2610351" cy="1514287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3"/>
          <p:cNvSpPr txBox="1"/>
          <p:nvPr/>
        </p:nvSpPr>
        <p:spPr>
          <a:xfrm>
            <a:off x="4021828" y="3895145"/>
            <a:ext cx="377299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1" i="0" lang="pt-BR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1" i="0" lang="pt-BR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3"/>
          <p:cNvSpPr txBox="1"/>
          <p:nvPr/>
        </p:nvSpPr>
        <p:spPr>
          <a:xfrm>
            <a:off x="8067324" y="3895146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3"/>
          <p:cNvSpPr txBox="1"/>
          <p:nvPr/>
        </p:nvSpPr>
        <p:spPr>
          <a:xfrm>
            <a:off x="7662141" y="422473"/>
            <a:ext cx="3772992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Ants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AB,BD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length: 2.5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deposition: 1/2.5 (0.4)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AB, BD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length : 2.5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deposition: 1/2.5 (0.4)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8" name="Google Shape;1268;p33"/>
          <p:cNvPicPr preferRelativeResize="0"/>
          <p:nvPr/>
        </p:nvPicPr>
        <p:blipFill rotWithShape="1">
          <a:blip r:embed="rId3">
            <a:alphaModFix/>
          </a:blip>
          <a:srcRect b="25323" l="44552" r="17716" t="29148"/>
          <a:stretch/>
        </p:blipFill>
        <p:spPr>
          <a:xfrm>
            <a:off x="1133400" y="436719"/>
            <a:ext cx="4816826" cy="3267937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33"/>
          <p:cNvSpPr txBox="1"/>
          <p:nvPr/>
        </p:nvSpPr>
        <p:spPr>
          <a:xfrm>
            <a:off x="572983" y="3895145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34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4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4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4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8" name="Google Shape;1278;p34"/>
          <p:cNvCxnSpPr>
            <a:endCxn id="1275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79" name="Google Shape;1279;p34"/>
          <p:cNvCxnSpPr>
            <a:endCxn id="1277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80" name="Google Shape;1280;p34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81" name="Google Shape;1281;p34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82" name="Google Shape;1282;p34"/>
          <p:cNvCxnSpPr>
            <a:endCxn id="1276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283" name="Google Shape;1283;p34"/>
          <p:cNvCxnSpPr>
            <a:stCxn id="1274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284" name="Google Shape;12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285" name="Google Shape;12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34"/>
          <p:cNvSpPr txBox="1"/>
          <p:nvPr/>
        </p:nvSpPr>
        <p:spPr>
          <a:xfrm>
            <a:off x="4659112" y="1254257"/>
            <a:ext cx="14380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 (1.62/1)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4"/>
          <p:cNvSpPr txBox="1"/>
          <p:nvPr/>
        </p:nvSpPr>
        <p:spPr>
          <a:xfrm>
            <a:off x="8079018" y="1268617"/>
            <a:ext cx="16697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1.08 (1.62/1.5)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34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0.48 (0.73/1.5)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4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0.48 (0.73/1.5)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4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0.17(0.34/2)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34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0.11 (0.34/3)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34"/>
          <p:cNvSpPr txBox="1"/>
          <p:nvPr/>
        </p:nvSpPr>
        <p:spPr>
          <a:xfrm>
            <a:off x="941566" y="1826314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35"/>
          <p:cNvSpPr txBox="1"/>
          <p:nvPr/>
        </p:nvSpPr>
        <p:spPr>
          <a:xfrm>
            <a:off x="765433" y="1737532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1.219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1.535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8" name="Google Shape;1298;p35"/>
          <p:cNvCxnSpPr/>
          <p:nvPr/>
        </p:nvCxnSpPr>
        <p:spPr>
          <a:xfrm flipH="1" rot="10800000">
            <a:off x="4988569" y="1188992"/>
            <a:ext cx="1406139" cy="135980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299" name="Google Shape;1299;p35"/>
          <p:cNvCxnSpPr/>
          <p:nvPr/>
        </p:nvCxnSpPr>
        <p:spPr>
          <a:xfrm flipH="1" rot="10800000">
            <a:off x="5140717" y="1383079"/>
            <a:ext cx="1392200" cy="1349903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300" name="Google Shape;1300;p35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5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5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5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4" name="Google Shape;1304;p35"/>
          <p:cNvCxnSpPr>
            <a:endCxn id="1301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05" name="Google Shape;1305;p35"/>
          <p:cNvCxnSpPr>
            <a:endCxn id="1303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06" name="Google Shape;1306;p35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07" name="Google Shape;1307;p35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08" name="Google Shape;1308;p35"/>
          <p:cNvCxnSpPr>
            <a:endCxn id="1302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09" name="Google Shape;1309;p35"/>
          <p:cNvCxnSpPr>
            <a:stCxn id="1300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310" name="Google Shape;131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311" name="Google Shape;131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35"/>
          <p:cNvSpPr txBox="1"/>
          <p:nvPr/>
        </p:nvSpPr>
        <p:spPr>
          <a:xfrm>
            <a:off x="4659112" y="1254257"/>
            <a:ext cx="14380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 (1.62/1)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5"/>
          <p:cNvSpPr txBox="1"/>
          <p:nvPr/>
        </p:nvSpPr>
        <p:spPr>
          <a:xfrm>
            <a:off x="8079018" y="1268617"/>
            <a:ext cx="16697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1.08 (1.62/1.5)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5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0.48 (0.73/1.5)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5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0.48 (0.73/1.5)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35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0.17(0.34/2)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35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0.11 (0.34/3)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36"/>
          <p:cNvSpPr txBox="1"/>
          <p:nvPr/>
        </p:nvSpPr>
        <p:spPr>
          <a:xfrm>
            <a:off x="765433" y="1737532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1.219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1.535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36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36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36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36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7" name="Google Shape;1327;p36"/>
          <p:cNvCxnSpPr>
            <a:endCxn id="1324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28" name="Google Shape;1328;p36"/>
          <p:cNvCxnSpPr>
            <a:endCxn id="1326" idx="1"/>
          </p:cNvCxnSpPr>
          <p:nvPr/>
        </p:nvCxnSpPr>
        <p:spPr>
          <a:xfrm flipH="1" rot="10800000">
            <a:off x="5031263" y="1301071"/>
            <a:ext cx="1355700" cy="136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29" name="Google Shape;1329;p36"/>
          <p:cNvCxnSpPr/>
          <p:nvPr/>
        </p:nvCxnSpPr>
        <p:spPr>
          <a:xfrm flipH="1" rot="10800000">
            <a:off x="6913672" y="3090708"/>
            <a:ext cx="2835100" cy="18236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30" name="Google Shape;1330;p36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31" name="Google Shape;1331;p36"/>
          <p:cNvCxnSpPr>
            <a:endCxn id="1325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32" name="Google Shape;1332;p36"/>
          <p:cNvCxnSpPr>
            <a:stCxn id="1323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333" name="Google Shape;133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334" name="Google Shape;133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36"/>
          <p:cNvSpPr txBox="1"/>
          <p:nvPr/>
        </p:nvSpPr>
        <p:spPr>
          <a:xfrm>
            <a:off x="4659112" y="1254257"/>
            <a:ext cx="14380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 (1.62/1)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36"/>
          <p:cNvSpPr txBox="1"/>
          <p:nvPr/>
        </p:nvSpPr>
        <p:spPr>
          <a:xfrm>
            <a:off x="8079018" y="1268617"/>
            <a:ext cx="16697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1.08 (1.62/1.5)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36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0.48 (0.73/1.5)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36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0.48 (0.73/1.5)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36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0.17(0.34/2)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36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0.11 (0.34/3)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1" name="Google Shape;1341;p36"/>
          <p:cNvCxnSpPr/>
          <p:nvPr/>
        </p:nvCxnSpPr>
        <p:spPr>
          <a:xfrm flipH="1" rot="10800000">
            <a:off x="4988569" y="1188992"/>
            <a:ext cx="1406139" cy="135980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342" name="Google Shape;1342;p36"/>
          <p:cNvCxnSpPr/>
          <p:nvPr/>
        </p:nvCxnSpPr>
        <p:spPr>
          <a:xfrm flipH="1" rot="10800000">
            <a:off x="5140717" y="1383079"/>
            <a:ext cx="1392200" cy="1349903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343" name="Google Shape;1343;p36"/>
          <p:cNvCxnSpPr/>
          <p:nvPr/>
        </p:nvCxnSpPr>
        <p:spPr>
          <a:xfrm>
            <a:off x="6939945" y="1192001"/>
            <a:ext cx="2633652" cy="146233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344" name="Google Shape;1344;p36"/>
          <p:cNvCxnSpPr/>
          <p:nvPr/>
        </p:nvCxnSpPr>
        <p:spPr>
          <a:xfrm>
            <a:off x="6776124" y="1349624"/>
            <a:ext cx="2622660" cy="1508774"/>
          </a:xfrm>
          <a:prstGeom prst="straightConnector1">
            <a:avLst/>
          </a:prstGeom>
          <a:noFill/>
          <a:ln cap="flat" cmpd="sng" w="28575">
            <a:solidFill>
              <a:srgbClr val="385623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9" name="Google Shape;1349;p37"/>
          <p:cNvPicPr preferRelativeResize="0"/>
          <p:nvPr/>
        </p:nvPicPr>
        <p:blipFill rotWithShape="1">
          <a:blip r:embed="rId3">
            <a:alphaModFix/>
          </a:blip>
          <a:srcRect b="26100" l="43749" r="16145" t="25173"/>
          <a:stretch/>
        </p:blipFill>
        <p:spPr>
          <a:xfrm>
            <a:off x="317500" y="304800"/>
            <a:ext cx="4889500" cy="33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37"/>
          <p:cNvSpPr txBox="1"/>
          <p:nvPr/>
        </p:nvSpPr>
        <p:spPr>
          <a:xfrm>
            <a:off x="8080024" y="3971346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1.93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0.511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1.07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37"/>
          <p:cNvSpPr txBox="1"/>
          <p:nvPr/>
        </p:nvSpPr>
        <p:spPr>
          <a:xfrm>
            <a:off x="4111977" y="3971342"/>
            <a:ext cx="35423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1" i="0" lang="pt-BR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1.219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1" i="0" lang="pt-BR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+0.4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1.535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0.7*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7"/>
          <p:cNvSpPr txBox="1"/>
          <p:nvPr/>
        </p:nvSpPr>
        <p:spPr>
          <a:xfrm>
            <a:off x="7654277" y="705025"/>
            <a:ext cx="3636575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Ants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AB,BD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length : 2.5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deposition : 1/2.5 (0.4)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AB,BD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length : 2.5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deposition : 1/2.5 (0.4)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7"/>
          <p:cNvSpPr txBox="1"/>
          <p:nvPr/>
        </p:nvSpPr>
        <p:spPr>
          <a:xfrm>
            <a:off x="723604" y="3971341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1;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1.62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(BD, BC)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3;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1.219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1.5;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1.535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(---)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2;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0.34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(AC, AB, BD, CD)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38"/>
          <p:cNvSpPr txBox="1"/>
          <p:nvPr/>
        </p:nvSpPr>
        <p:spPr>
          <a:xfrm>
            <a:off x="6096000" y="1642411"/>
            <a:ext cx="3286539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PHEROMONE LEVELS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1.93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0.511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1.65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1.07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38"/>
          <p:cNvSpPr txBox="1"/>
          <p:nvPr/>
        </p:nvSpPr>
        <p:spPr>
          <a:xfrm>
            <a:off x="2330482" y="1636214"/>
            <a:ext cx="3286539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PHEROMONE LEVELS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38"/>
          <p:cNvSpPr/>
          <p:nvPr/>
        </p:nvSpPr>
        <p:spPr>
          <a:xfrm>
            <a:off x="1563757" y="1126435"/>
            <a:ext cx="8297761" cy="352507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8"/>
          <p:cNvSpPr/>
          <p:nvPr/>
        </p:nvSpPr>
        <p:spPr>
          <a:xfrm>
            <a:off x="2229216" y="2319132"/>
            <a:ext cx="5247861" cy="23853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38"/>
          <p:cNvSpPr/>
          <p:nvPr/>
        </p:nvSpPr>
        <p:spPr>
          <a:xfrm>
            <a:off x="2229215" y="2639176"/>
            <a:ext cx="5247861" cy="23853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38"/>
          <p:cNvSpPr/>
          <p:nvPr/>
        </p:nvSpPr>
        <p:spPr>
          <a:xfrm>
            <a:off x="2229214" y="2921456"/>
            <a:ext cx="5247861" cy="23853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38"/>
          <p:cNvSpPr/>
          <p:nvPr/>
        </p:nvSpPr>
        <p:spPr>
          <a:xfrm>
            <a:off x="2229213" y="3232233"/>
            <a:ext cx="5247861" cy="23853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38"/>
          <p:cNvSpPr/>
          <p:nvPr/>
        </p:nvSpPr>
        <p:spPr>
          <a:xfrm>
            <a:off x="2229212" y="3529758"/>
            <a:ext cx="5247861" cy="23853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38"/>
          <p:cNvSpPr/>
          <p:nvPr/>
        </p:nvSpPr>
        <p:spPr>
          <a:xfrm>
            <a:off x="2229212" y="3834859"/>
            <a:ext cx="5247861" cy="23853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39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2" name="Google Shape;1372;p39"/>
          <p:cNvSpPr txBox="1"/>
          <p:nvPr/>
        </p:nvSpPr>
        <p:spPr>
          <a:xfrm>
            <a:off x="2390558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39"/>
          <p:cNvSpPr txBox="1"/>
          <p:nvPr/>
        </p:nvSpPr>
        <p:spPr>
          <a:xfrm>
            <a:off x="7120888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9"/>
          <p:cNvSpPr txBox="1"/>
          <p:nvPr/>
        </p:nvSpPr>
        <p:spPr>
          <a:xfrm>
            <a:off x="4213544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9"/>
          <p:cNvSpPr txBox="1"/>
          <p:nvPr/>
        </p:nvSpPr>
        <p:spPr>
          <a:xfrm>
            <a:off x="4167003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6" name="Google Shape;1376;p39"/>
          <p:cNvCxnSpPr/>
          <p:nvPr/>
        </p:nvCxnSpPr>
        <p:spPr>
          <a:xfrm>
            <a:off x="4511598" y="1686810"/>
            <a:ext cx="2532200" cy="135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77" name="Google Shape;1377;p39"/>
          <p:cNvCxnSpPr>
            <a:endCxn id="1375" idx="1"/>
          </p:cNvCxnSpPr>
          <p:nvPr/>
        </p:nvCxnSpPr>
        <p:spPr>
          <a:xfrm flipH="1" rot="10800000">
            <a:off x="2901003" y="1777277"/>
            <a:ext cx="1266000" cy="119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78" name="Google Shape;1378;p39"/>
          <p:cNvCxnSpPr/>
          <p:nvPr/>
        </p:nvCxnSpPr>
        <p:spPr>
          <a:xfrm flipH="1" rot="10800000">
            <a:off x="4658862" y="3463596"/>
            <a:ext cx="2483927" cy="1483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79" name="Google Shape;1379;p39"/>
          <p:cNvCxnSpPr/>
          <p:nvPr/>
        </p:nvCxnSpPr>
        <p:spPr>
          <a:xfrm>
            <a:off x="2758968" y="3440089"/>
            <a:ext cx="1516280" cy="14836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80" name="Google Shape;1380;p39"/>
          <p:cNvCxnSpPr>
            <a:endCxn id="1374" idx="0"/>
          </p:cNvCxnSpPr>
          <p:nvPr/>
        </p:nvCxnSpPr>
        <p:spPr>
          <a:xfrm>
            <a:off x="4404220" y="2045807"/>
            <a:ext cx="104100" cy="25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381" name="Google Shape;1381;p39"/>
          <p:cNvCxnSpPr/>
          <p:nvPr/>
        </p:nvCxnSpPr>
        <p:spPr>
          <a:xfrm>
            <a:off x="2900903" y="3157894"/>
            <a:ext cx="4241886" cy="966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382" name="Google Shape;138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1997613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383" name="Google Shape;138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1973225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39"/>
          <p:cNvSpPr txBox="1"/>
          <p:nvPr/>
        </p:nvSpPr>
        <p:spPr>
          <a:xfrm>
            <a:off x="3177171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39"/>
          <p:cNvSpPr txBox="1"/>
          <p:nvPr/>
        </p:nvSpPr>
        <p:spPr>
          <a:xfrm>
            <a:off x="3177171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9"/>
          <p:cNvSpPr txBox="1"/>
          <p:nvPr/>
        </p:nvSpPr>
        <p:spPr>
          <a:xfrm>
            <a:off x="3902075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39"/>
          <p:cNvSpPr txBox="1"/>
          <p:nvPr/>
        </p:nvSpPr>
        <p:spPr>
          <a:xfrm>
            <a:off x="5777698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9"/>
          <p:cNvSpPr txBox="1"/>
          <p:nvPr/>
        </p:nvSpPr>
        <p:spPr>
          <a:xfrm>
            <a:off x="5870080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9"/>
          <p:cNvSpPr txBox="1"/>
          <p:nvPr/>
        </p:nvSpPr>
        <p:spPr>
          <a:xfrm>
            <a:off x="4365768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9"/>
          <p:cNvSpPr txBox="1"/>
          <p:nvPr/>
        </p:nvSpPr>
        <p:spPr>
          <a:xfrm>
            <a:off x="8047323" y="1257288"/>
            <a:ext cx="185530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39"/>
          <p:cNvSpPr txBox="1"/>
          <p:nvPr/>
        </p:nvSpPr>
        <p:spPr>
          <a:xfrm>
            <a:off x="7745781" y="3836722"/>
            <a:ext cx="21368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Adjacent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Pheromone conc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40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40"/>
          <p:cNvSpPr txBox="1"/>
          <p:nvPr/>
        </p:nvSpPr>
        <p:spPr>
          <a:xfrm>
            <a:off x="7102211" y="2387451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['AB',['BC','BD'],8,1]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40"/>
          <p:cNvSpPr txBox="1"/>
          <p:nvPr/>
        </p:nvSpPr>
        <p:spPr>
          <a:xfrm>
            <a:off x="1489410" y="2624585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40"/>
          <p:cNvSpPr txBox="1"/>
          <p:nvPr/>
        </p:nvSpPr>
        <p:spPr>
          <a:xfrm>
            <a:off x="6219740" y="2819479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40"/>
          <p:cNvSpPr txBox="1"/>
          <p:nvPr/>
        </p:nvSpPr>
        <p:spPr>
          <a:xfrm>
            <a:off x="3312396" y="4475340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40"/>
          <p:cNvSpPr txBox="1"/>
          <p:nvPr/>
        </p:nvSpPr>
        <p:spPr>
          <a:xfrm>
            <a:off x="3265855" y="1242774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2" name="Google Shape;1402;p40"/>
          <p:cNvCxnSpPr/>
          <p:nvPr/>
        </p:nvCxnSpPr>
        <p:spPr>
          <a:xfrm>
            <a:off x="3610450" y="1535143"/>
            <a:ext cx="2532200" cy="135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03" name="Google Shape;1403;p40"/>
          <p:cNvCxnSpPr>
            <a:endCxn id="1401" idx="1"/>
          </p:cNvCxnSpPr>
          <p:nvPr/>
        </p:nvCxnSpPr>
        <p:spPr>
          <a:xfrm flipH="1" rot="10800000">
            <a:off x="1999855" y="1625610"/>
            <a:ext cx="1266000" cy="119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04" name="Google Shape;1404;p40"/>
          <p:cNvCxnSpPr/>
          <p:nvPr/>
        </p:nvCxnSpPr>
        <p:spPr>
          <a:xfrm flipH="1" rot="10800000">
            <a:off x="3757714" y="3311929"/>
            <a:ext cx="2483927" cy="1483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05" name="Google Shape;1405;p40"/>
          <p:cNvCxnSpPr/>
          <p:nvPr/>
        </p:nvCxnSpPr>
        <p:spPr>
          <a:xfrm>
            <a:off x="1857820" y="3288422"/>
            <a:ext cx="1516280" cy="14836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06" name="Google Shape;1406;p40"/>
          <p:cNvCxnSpPr>
            <a:endCxn id="1400" idx="0"/>
          </p:cNvCxnSpPr>
          <p:nvPr/>
        </p:nvCxnSpPr>
        <p:spPr>
          <a:xfrm>
            <a:off x="3503071" y="1894140"/>
            <a:ext cx="104100" cy="25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07" name="Google Shape;1407;p40"/>
          <p:cNvCxnSpPr/>
          <p:nvPr/>
        </p:nvCxnSpPr>
        <p:spPr>
          <a:xfrm>
            <a:off x="1999755" y="3006227"/>
            <a:ext cx="4241886" cy="966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408" name="Google Shape;14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1096465" y="1974209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409" name="Google Shape;140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1072077" y="3146232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40"/>
          <p:cNvSpPr txBox="1"/>
          <p:nvPr/>
        </p:nvSpPr>
        <p:spPr>
          <a:xfrm>
            <a:off x="2276023" y="178005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40"/>
          <p:cNvSpPr txBox="1"/>
          <p:nvPr/>
        </p:nvSpPr>
        <p:spPr>
          <a:xfrm>
            <a:off x="2276023" y="4051701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40"/>
          <p:cNvSpPr txBox="1"/>
          <p:nvPr/>
        </p:nvSpPr>
        <p:spPr>
          <a:xfrm>
            <a:off x="3000927" y="265109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40"/>
          <p:cNvSpPr txBox="1"/>
          <p:nvPr/>
        </p:nvSpPr>
        <p:spPr>
          <a:xfrm>
            <a:off x="4876550" y="1894101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40"/>
          <p:cNvSpPr txBox="1"/>
          <p:nvPr/>
        </p:nvSpPr>
        <p:spPr>
          <a:xfrm>
            <a:off x="4968932" y="402686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40"/>
          <p:cNvSpPr txBox="1"/>
          <p:nvPr/>
        </p:nvSpPr>
        <p:spPr>
          <a:xfrm>
            <a:off x="3464620" y="3355756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6" name="Google Shape;1416;p40"/>
          <p:cNvCxnSpPr>
            <a:endCxn id="1401" idx="1"/>
          </p:cNvCxnSpPr>
          <p:nvPr/>
        </p:nvCxnSpPr>
        <p:spPr>
          <a:xfrm flipH="1" rot="10800000">
            <a:off x="2022055" y="1625610"/>
            <a:ext cx="1243800" cy="1195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7" name="Google Shape;1417;p40"/>
          <p:cNvCxnSpPr>
            <a:stCxn id="1400" idx="0"/>
          </p:cNvCxnSpPr>
          <p:nvPr/>
        </p:nvCxnSpPr>
        <p:spPr>
          <a:xfrm rot="10800000">
            <a:off x="3498571" y="1727640"/>
            <a:ext cx="108600" cy="2747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8" name="Google Shape;1418;p40"/>
          <p:cNvCxnSpPr/>
          <p:nvPr/>
        </p:nvCxnSpPr>
        <p:spPr>
          <a:xfrm rot="10800000">
            <a:off x="3606782" y="1535144"/>
            <a:ext cx="2535868" cy="135913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41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4" name="Google Shape;1424;p41"/>
          <p:cNvSpPr txBox="1"/>
          <p:nvPr/>
        </p:nvSpPr>
        <p:spPr>
          <a:xfrm>
            <a:off x="1343769" y="2741656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41"/>
          <p:cNvSpPr txBox="1"/>
          <p:nvPr/>
        </p:nvSpPr>
        <p:spPr>
          <a:xfrm>
            <a:off x="6074099" y="2936550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41"/>
          <p:cNvSpPr txBox="1"/>
          <p:nvPr/>
        </p:nvSpPr>
        <p:spPr>
          <a:xfrm>
            <a:off x="3166755" y="4592411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41"/>
          <p:cNvSpPr txBox="1"/>
          <p:nvPr/>
        </p:nvSpPr>
        <p:spPr>
          <a:xfrm>
            <a:off x="3120214" y="1359845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8" name="Google Shape;1428;p41"/>
          <p:cNvCxnSpPr/>
          <p:nvPr/>
        </p:nvCxnSpPr>
        <p:spPr>
          <a:xfrm>
            <a:off x="3464809" y="1652214"/>
            <a:ext cx="2532200" cy="135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29" name="Google Shape;1429;p41"/>
          <p:cNvCxnSpPr>
            <a:endCxn id="1427" idx="1"/>
          </p:cNvCxnSpPr>
          <p:nvPr/>
        </p:nvCxnSpPr>
        <p:spPr>
          <a:xfrm flipH="1" rot="10800000">
            <a:off x="1854214" y="1742681"/>
            <a:ext cx="1266000" cy="119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30" name="Google Shape;1430;p41"/>
          <p:cNvCxnSpPr/>
          <p:nvPr/>
        </p:nvCxnSpPr>
        <p:spPr>
          <a:xfrm flipH="1" rot="10800000">
            <a:off x="3612073" y="3429000"/>
            <a:ext cx="2483927" cy="1483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31" name="Google Shape;1431;p41"/>
          <p:cNvCxnSpPr/>
          <p:nvPr/>
        </p:nvCxnSpPr>
        <p:spPr>
          <a:xfrm>
            <a:off x="1712179" y="3405493"/>
            <a:ext cx="1516280" cy="14836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32" name="Google Shape;1432;p41"/>
          <p:cNvCxnSpPr>
            <a:endCxn id="1426" idx="0"/>
          </p:cNvCxnSpPr>
          <p:nvPr/>
        </p:nvCxnSpPr>
        <p:spPr>
          <a:xfrm>
            <a:off x="3357431" y="2011211"/>
            <a:ext cx="104100" cy="25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33" name="Google Shape;1433;p41"/>
          <p:cNvCxnSpPr/>
          <p:nvPr/>
        </p:nvCxnSpPr>
        <p:spPr>
          <a:xfrm>
            <a:off x="1854114" y="3123298"/>
            <a:ext cx="4241886" cy="966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434" name="Google Shape;14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950824" y="2091280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435" name="Google Shape;143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926436" y="3263303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41"/>
          <p:cNvSpPr txBox="1"/>
          <p:nvPr/>
        </p:nvSpPr>
        <p:spPr>
          <a:xfrm>
            <a:off x="2130382" y="1897124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41"/>
          <p:cNvSpPr txBox="1"/>
          <p:nvPr/>
        </p:nvSpPr>
        <p:spPr>
          <a:xfrm>
            <a:off x="2130382" y="4168772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41"/>
          <p:cNvSpPr txBox="1"/>
          <p:nvPr/>
        </p:nvSpPr>
        <p:spPr>
          <a:xfrm>
            <a:off x="2855286" y="2768161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41"/>
          <p:cNvSpPr txBox="1"/>
          <p:nvPr/>
        </p:nvSpPr>
        <p:spPr>
          <a:xfrm>
            <a:off x="4730909" y="2011172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41"/>
          <p:cNvSpPr txBox="1"/>
          <p:nvPr/>
        </p:nvSpPr>
        <p:spPr>
          <a:xfrm>
            <a:off x="4823291" y="4143934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41"/>
          <p:cNvSpPr txBox="1"/>
          <p:nvPr/>
        </p:nvSpPr>
        <p:spPr>
          <a:xfrm>
            <a:off x="3318979" y="347282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2" name="Google Shape;1442;p41"/>
          <p:cNvCxnSpPr/>
          <p:nvPr/>
        </p:nvCxnSpPr>
        <p:spPr>
          <a:xfrm>
            <a:off x="1822180" y="3136947"/>
            <a:ext cx="4251919" cy="7773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3" name="Google Shape;1443;p41"/>
          <p:cNvSpPr txBox="1"/>
          <p:nvPr/>
        </p:nvSpPr>
        <p:spPr>
          <a:xfrm>
            <a:off x="7195712" y="2403168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['AD',[],22,1]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42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9" name="Google Shape;1449;p42"/>
          <p:cNvSpPr txBox="1"/>
          <p:nvPr/>
        </p:nvSpPr>
        <p:spPr>
          <a:xfrm>
            <a:off x="1767706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42"/>
          <p:cNvSpPr txBox="1"/>
          <p:nvPr/>
        </p:nvSpPr>
        <p:spPr>
          <a:xfrm>
            <a:off x="6498036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42"/>
          <p:cNvSpPr txBox="1"/>
          <p:nvPr/>
        </p:nvSpPr>
        <p:spPr>
          <a:xfrm>
            <a:off x="3590692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42"/>
          <p:cNvSpPr txBox="1"/>
          <p:nvPr/>
        </p:nvSpPr>
        <p:spPr>
          <a:xfrm>
            <a:off x="3544151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3" name="Google Shape;1453;p42"/>
          <p:cNvCxnSpPr/>
          <p:nvPr/>
        </p:nvCxnSpPr>
        <p:spPr>
          <a:xfrm>
            <a:off x="3888746" y="1686810"/>
            <a:ext cx="2532200" cy="135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54" name="Google Shape;1454;p42"/>
          <p:cNvCxnSpPr>
            <a:endCxn id="1452" idx="1"/>
          </p:cNvCxnSpPr>
          <p:nvPr/>
        </p:nvCxnSpPr>
        <p:spPr>
          <a:xfrm flipH="1" rot="10800000">
            <a:off x="2278151" y="1777277"/>
            <a:ext cx="1266000" cy="119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55" name="Google Shape;1455;p42"/>
          <p:cNvCxnSpPr/>
          <p:nvPr/>
        </p:nvCxnSpPr>
        <p:spPr>
          <a:xfrm flipH="1" rot="10800000">
            <a:off x="4036010" y="3463596"/>
            <a:ext cx="2483927" cy="1483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56" name="Google Shape;1456;p42"/>
          <p:cNvCxnSpPr/>
          <p:nvPr/>
        </p:nvCxnSpPr>
        <p:spPr>
          <a:xfrm>
            <a:off x="2136116" y="3440089"/>
            <a:ext cx="1516280" cy="14836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57" name="Google Shape;1457;p42"/>
          <p:cNvCxnSpPr>
            <a:endCxn id="1451" idx="0"/>
          </p:cNvCxnSpPr>
          <p:nvPr/>
        </p:nvCxnSpPr>
        <p:spPr>
          <a:xfrm>
            <a:off x="3781368" y="2045807"/>
            <a:ext cx="104100" cy="25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58" name="Google Shape;1458;p42"/>
          <p:cNvCxnSpPr/>
          <p:nvPr/>
        </p:nvCxnSpPr>
        <p:spPr>
          <a:xfrm>
            <a:off x="2278051" y="3157894"/>
            <a:ext cx="4241886" cy="966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459" name="Google Shape;145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1374761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460" name="Google Shape;146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1350373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42"/>
          <p:cNvSpPr txBox="1"/>
          <p:nvPr/>
        </p:nvSpPr>
        <p:spPr>
          <a:xfrm>
            <a:off x="2554319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42"/>
          <p:cNvSpPr txBox="1"/>
          <p:nvPr/>
        </p:nvSpPr>
        <p:spPr>
          <a:xfrm>
            <a:off x="2554319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42"/>
          <p:cNvSpPr txBox="1"/>
          <p:nvPr/>
        </p:nvSpPr>
        <p:spPr>
          <a:xfrm>
            <a:off x="3279223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42"/>
          <p:cNvSpPr txBox="1"/>
          <p:nvPr/>
        </p:nvSpPr>
        <p:spPr>
          <a:xfrm>
            <a:off x="5154846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42"/>
          <p:cNvSpPr txBox="1"/>
          <p:nvPr/>
        </p:nvSpPr>
        <p:spPr>
          <a:xfrm>
            <a:off x="5247228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42"/>
          <p:cNvSpPr txBox="1"/>
          <p:nvPr/>
        </p:nvSpPr>
        <p:spPr>
          <a:xfrm>
            <a:off x="3742916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7" name="Google Shape;1467;p42"/>
          <p:cNvCxnSpPr>
            <a:endCxn id="1451" idx="0"/>
          </p:cNvCxnSpPr>
          <p:nvPr/>
        </p:nvCxnSpPr>
        <p:spPr>
          <a:xfrm>
            <a:off x="3787968" y="1902107"/>
            <a:ext cx="97500" cy="2724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8" name="Google Shape;1468;p42"/>
          <p:cNvCxnSpPr/>
          <p:nvPr/>
        </p:nvCxnSpPr>
        <p:spPr>
          <a:xfrm flipH="1" rot="10800000">
            <a:off x="4057701" y="3463596"/>
            <a:ext cx="2440335" cy="1473224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9" name="Google Shape;1469;p42"/>
          <p:cNvSpPr txBox="1"/>
          <p:nvPr/>
        </p:nvSpPr>
        <p:spPr>
          <a:xfrm>
            <a:off x="7227071" y="2511837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['BC',['CD’],9,1]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43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5" name="Google Shape;1475;p43"/>
          <p:cNvSpPr txBox="1"/>
          <p:nvPr/>
        </p:nvSpPr>
        <p:spPr>
          <a:xfrm>
            <a:off x="1595427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43"/>
          <p:cNvSpPr txBox="1"/>
          <p:nvPr/>
        </p:nvSpPr>
        <p:spPr>
          <a:xfrm>
            <a:off x="6325757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43"/>
          <p:cNvSpPr txBox="1"/>
          <p:nvPr/>
        </p:nvSpPr>
        <p:spPr>
          <a:xfrm>
            <a:off x="3418413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43"/>
          <p:cNvSpPr txBox="1"/>
          <p:nvPr/>
        </p:nvSpPr>
        <p:spPr>
          <a:xfrm>
            <a:off x="3371872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9" name="Google Shape;1479;p43"/>
          <p:cNvCxnSpPr/>
          <p:nvPr/>
        </p:nvCxnSpPr>
        <p:spPr>
          <a:xfrm>
            <a:off x="3716467" y="1686810"/>
            <a:ext cx="2532200" cy="135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80" name="Google Shape;1480;p43"/>
          <p:cNvCxnSpPr>
            <a:endCxn id="1478" idx="1"/>
          </p:cNvCxnSpPr>
          <p:nvPr/>
        </p:nvCxnSpPr>
        <p:spPr>
          <a:xfrm flipH="1" rot="10800000">
            <a:off x="2105872" y="1777277"/>
            <a:ext cx="1266000" cy="119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81" name="Google Shape;1481;p43"/>
          <p:cNvCxnSpPr/>
          <p:nvPr/>
        </p:nvCxnSpPr>
        <p:spPr>
          <a:xfrm flipH="1" rot="10800000">
            <a:off x="3863731" y="3463596"/>
            <a:ext cx="2483927" cy="1483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82" name="Google Shape;1482;p43"/>
          <p:cNvCxnSpPr/>
          <p:nvPr/>
        </p:nvCxnSpPr>
        <p:spPr>
          <a:xfrm>
            <a:off x="1963837" y="3440089"/>
            <a:ext cx="1516280" cy="14836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83" name="Google Shape;1483;p43"/>
          <p:cNvCxnSpPr>
            <a:endCxn id="1477" idx="0"/>
          </p:cNvCxnSpPr>
          <p:nvPr/>
        </p:nvCxnSpPr>
        <p:spPr>
          <a:xfrm>
            <a:off x="3609089" y="2045807"/>
            <a:ext cx="104100" cy="25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484" name="Google Shape;1484;p43"/>
          <p:cNvCxnSpPr/>
          <p:nvPr/>
        </p:nvCxnSpPr>
        <p:spPr>
          <a:xfrm>
            <a:off x="2105772" y="3157894"/>
            <a:ext cx="4241886" cy="966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485" name="Google Shape;148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1202482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486" name="Google Shape;148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1178094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487" name="Google Shape;1487;p43"/>
          <p:cNvSpPr txBox="1"/>
          <p:nvPr/>
        </p:nvSpPr>
        <p:spPr>
          <a:xfrm>
            <a:off x="2382040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43"/>
          <p:cNvSpPr txBox="1"/>
          <p:nvPr/>
        </p:nvSpPr>
        <p:spPr>
          <a:xfrm>
            <a:off x="2382040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43"/>
          <p:cNvSpPr txBox="1"/>
          <p:nvPr/>
        </p:nvSpPr>
        <p:spPr>
          <a:xfrm>
            <a:off x="3106944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43"/>
          <p:cNvSpPr txBox="1"/>
          <p:nvPr/>
        </p:nvSpPr>
        <p:spPr>
          <a:xfrm>
            <a:off x="4982567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43"/>
          <p:cNvSpPr txBox="1"/>
          <p:nvPr/>
        </p:nvSpPr>
        <p:spPr>
          <a:xfrm>
            <a:off x="5074949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43"/>
          <p:cNvSpPr txBox="1"/>
          <p:nvPr/>
        </p:nvSpPr>
        <p:spPr>
          <a:xfrm>
            <a:off x="3570637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3" name="Google Shape;1493;p43"/>
          <p:cNvCxnSpPr/>
          <p:nvPr/>
        </p:nvCxnSpPr>
        <p:spPr>
          <a:xfrm>
            <a:off x="3675457" y="1684256"/>
            <a:ext cx="2562939" cy="136168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4" name="Google Shape;1494;p43"/>
          <p:cNvSpPr txBox="1"/>
          <p:nvPr/>
        </p:nvSpPr>
        <p:spPr>
          <a:xfrm>
            <a:off x="6970688" y="2498592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['BD',[],8,1]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44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0" name="Google Shape;1500;p44"/>
          <p:cNvSpPr txBox="1"/>
          <p:nvPr/>
        </p:nvSpPr>
        <p:spPr>
          <a:xfrm>
            <a:off x="1635185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44"/>
          <p:cNvSpPr txBox="1"/>
          <p:nvPr/>
        </p:nvSpPr>
        <p:spPr>
          <a:xfrm>
            <a:off x="6365515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44"/>
          <p:cNvSpPr txBox="1"/>
          <p:nvPr/>
        </p:nvSpPr>
        <p:spPr>
          <a:xfrm>
            <a:off x="3458171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44"/>
          <p:cNvSpPr txBox="1"/>
          <p:nvPr/>
        </p:nvSpPr>
        <p:spPr>
          <a:xfrm>
            <a:off x="3411630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4" name="Google Shape;1504;p44"/>
          <p:cNvCxnSpPr/>
          <p:nvPr/>
        </p:nvCxnSpPr>
        <p:spPr>
          <a:xfrm>
            <a:off x="3756225" y="1686810"/>
            <a:ext cx="2532200" cy="135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05" name="Google Shape;1505;p44"/>
          <p:cNvCxnSpPr>
            <a:endCxn id="1503" idx="1"/>
          </p:cNvCxnSpPr>
          <p:nvPr/>
        </p:nvCxnSpPr>
        <p:spPr>
          <a:xfrm flipH="1" rot="10800000">
            <a:off x="2145630" y="1777277"/>
            <a:ext cx="1266000" cy="119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06" name="Google Shape;1506;p44"/>
          <p:cNvCxnSpPr/>
          <p:nvPr/>
        </p:nvCxnSpPr>
        <p:spPr>
          <a:xfrm flipH="1" rot="10800000">
            <a:off x="3903489" y="3463596"/>
            <a:ext cx="2483927" cy="1483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07" name="Google Shape;1507;p44"/>
          <p:cNvCxnSpPr/>
          <p:nvPr/>
        </p:nvCxnSpPr>
        <p:spPr>
          <a:xfrm>
            <a:off x="2003595" y="3440089"/>
            <a:ext cx="1516280" cy="14836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08" name="Google Shape;1508;p44"/>
          <p:cNvCxnSpPr>
            <a:endCxn id="1502" idx="0"/>
          </p:cNvCxnSpPr>
          <p:nvPr/>
        </p:nvCxnSpPr>
        <p:spPr>
          <a:xfrm>
            <a:off x="3648846" y="2045807"/>
            <a:ext cx="104100" cy="25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09" name="Google Shape;1509;p44"/>
          <p:cNvCxnSpPr/>
          <p:nvPr/>
        </p:nvCxnSpPr>
        <p:spPr>
          <a:xfrm>
            <a:off x="2145530" y="3157894"/>
            <a:ext cx="4241886" cy="966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510" name="Google Shape;15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1242240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511" name="Google Shape;151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1217852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44"/>
          <p:cNvSpPr txBox="1"/>
          <p:nvPr/>
        </p:nvSpPr>
        <p:spPr>
          <a:xfrm>
            <a:off x="2421798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44"/>
          <p:cNvSpPr txBox="1"/>
          <p:nvPr/>
        </p:nvSpPr>
        <p:spPr>
          <a:xfrm>
            <a:off x="2421798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44"/>
          <p:cNvSpPr txBox="1"/>
          <p:nvPr/>
        </p:nvSpPr>
        <p:spPr>
          <a:xfrm>
            <a:off x="3146702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44"/>
          <p:cNvSpPr txBox="1"/>
          <p:nvPr/>
        </p:nvSpPr>
        <p:spPr>
          <a:xfrm>
            <a:off x="5022325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44"/>
          <p:cNvSpPr txBox="1"/>
          <p:nvPr/>
        </p:nvSpPr>
        <p:spPr>
          <a:xfrm>
            <a:off x="5114707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44"/>
          <p:cNvSpPr txBox="1"/>
          <p:nvPr/>
        </p:nvSpPr>
        <p:spPr>
          <a:xfrm>
            <a:off x="3610395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8" name="Google Shape;1518;p44"/>
          <p:cNvCxnSpPr/>
          <p:nvPr/>
        </p:nvCxnSpPr>
        <p:spPr>
          <a:xfrm>
            <a:off x="1938147" y="3347432"/>
            <a:ext cx="1499735" cy="151285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9" name="Google Shape;1519;p44"/>
          <p:cNvCxnSpPr/>
          <p:nvPr/>
        </p:nvCxnSpPr>
        <p:spPr>
          <a:xfrm flipH="1" rot="10800000">
            <a:off x="3881400" y="3507423"/>
            <a:ext cx="2484115" cy="143922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0" name="Google Shape;1520;p44"/>
          <p:cNvCxnSpPr/>
          <p:nvPr/>
        </p:nvCxnSpPr>
        <p:spPr>
          <a:xfrm rot="10800000">
            <a:off x="3627039" y="1902159"/>
            <a:ext cx="88176" cy="269379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1" name="Google Shape;1521;p44"/>
          <p:cNvSpPr txBox="1"/>
          <p:nvPr/>
        </p:nvSpPr>
        <p:spPr>
          <a:xfrm>
            <a:off x="6752118" y="2406920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['AC',[‘CB',’CD'],14,1]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45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7" name="Google Shape;1527;p45"/>
          <p:cNvSpPr txBox="1"/>
          <p:nvPr/>
        </p:nvSpPr>
        <p:spPr>
          <a:xfrm>
            <a:off x="1714697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45"/>
          <p:cNvSpPr txBox="1"/>
          <p:nvPr/>
        </p:nvSpPr>
        <p:spPr>
          <a:xfrm>
            <a:off x="6445027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45"/>
          <p:cNvSpPr txBox="1"/>
          <p:nvPr/>
        </p:nvSpPr>
        <p:spPr>
          <a:xfrm>
            <a:off x="3537683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45"/>
          <p:cNvSpPr txBox="1"/>
          <p:nvPr/>
        </p:nvSpPr>
        <p:spPr>
          <a:xfrm>
            <a:off x="3491142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1" name="Google Shape;1531;p45"/>
          <p:cNvCxnSpPr/>
          <p:nvPr/>
        </p:nvCxnSpPr>
        <p:spPr>
          <a:xfrm>
            <a:off x="3835737" y="1686810"/>
            <a:ext cx="2532200" cy="135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32" name="Google Shape;1532;p45"/>
          <p:cNvCxnSpPr>
            <a:endCxn id="1530" idx="1"/>
          </p:cNvCxnSpPr>
          <p:nvPr/>
        </p:nvCxnSpPr>
        <p:spPr>
          <a:xfrm flipH="1" rot="10800000">
            <a:off x="2225142" y="1777277"/>
            <a:ext cx="1266000" cy="119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33" name="Google Shape;1533;p45"/>
          <p:cNvCxnSpPr/>
          <p:nvPr/>
        </p:nvCxnSpPr>
        <p:spPr>
          <a:xfrm flipH="1" rot="10800000">
            <a:off x="3983001" y="3463596"/>
            <a:ext cx="2483927" cy="1483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34" name="Google Shape;1534;p45"/>
          <p:cNvCxnSpPr/>
          <p:nvPr/>
        </p:nvCxnSpPr>
        <p:spPr>
          <a:xfrm>
            <a:off x="2083107" y="3440089"/>
            <a:ext cx="1516280" cy="14836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35" name="Google Shape;1535;p45"/>
          <p:cNvCxnSpPr>
            <a:endCxn id="1529" idx="0"/>
          </p:cNvCxnSpPr>
          <p:nvPr/>
        </p:nvCxnSpPr>
        <p:spPr>
          <a:xfrm>
            <a:off x="3728359" y="2045807"/>
            <a:ext cx="104100" cy="25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36" name="Google Shape;1536;p45"/>
          <p:cNvCxnSpPr/>
          <p:nvPr/>
        </p:nvCxnSpPr>
        <p:spPr>
          <a:xfrm>
            <a:off x="2225042" y="3157894"/>
            <a:ext cx="4241886" cy="966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537" name="Google Shape;153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1321752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538" name="Google Shape;153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1297364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539" name="Google Shape;1539;p45"/>
          <p:cNvSpPr txBox="1"/>
          <p:nvPr/>
        </p:nvSpPr>
        <p:spPr>
          <a:xfrm>
            <a:off x="2501310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45"/>
          <p:cNvSpPr txBox="1"/>
          <p:nvPr/>
        </p:nvSpPr>
        <p:spPr>
          <a:xfrm>
            <a:off x="2501310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45"/>
          <p:cNvSpPr txBox="1"/>
          <p:nvPr/>
        </p:nvSpPr>
        <p:spPr>
          <a:xfrm>
            <a:off x="3226214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45"/>
          <p:cNvSpPr txBox="1"/>
          <p:nvPr/>
        </p:nvSpPr>
        <p:spPr>
          <a:xfrm>
            <a:off x="5101837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45"/>
          <p:cNvSpPr txBox="1"/>
          <p:nvPr/>
        </p:nvSpPr>
        <p:spPr>
          <a:xfrm>
            <a:off x="5194219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45"/>
          <p:cNvSpPr txBox="1"/>
          <p:nvPr/>
        </p:nvSpPr>
        <p:spPr>
          <a:xfrm>
            <a:off x="3689907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5" name="Google Shape;1545;p45"/>
          <p:cNvCxnSpPr/>
          <p:nvPr/>
        </p:nvCxnSpPr>
        <p:spPr>
          <a:xfrm flipH="1">
            <a:off x="3995233" y="3463596"/>
            <a:ext cx="2471695" cy="147803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6" name="Google Shape;1546;p45"/>
          <p:cNvSpPr txBox="1"/>
          <p:nvPr/>
        </p:nvSpPr>
        <p:spPr>
          <a:xfrm>
            <a:off x="6712532" y="2212035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['CD',[],10,1]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46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2" name="Google Shape;1552;p46"/>
          <p:cNvSpPr txBox="1"/>
          <p:nvPr/>
        </p:nvSpPr>
        <p:spPr>
          <a:xfrm>
            <a:off x="1966488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46"/>
          <p:cNvSpPr txBox="1"/>
          <p:nvPr/>
        </p:nvSpPr>
        <p:spPr>
          <a:xfrm>
            <a:off x="6696818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46"/>
          <p:cNvSpPr txBox="1"/>
          <p:nvPr/>
        </p:nvSpPr>
        <p:spPr>
          <a:xfrm>
            <a:off x="3789474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46"/>
          <p:cNvSpPr txBox="1"/>
          <p:nvPr/>
        </p:nvSpPr>
        <p:spPr>
          <a:xfrm>
            <a:off x="3742933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6" name="Google Shape;1556;p46"/>
          <p:cNvCxnSpPr/>
          <p:nvPr/>
        </p:nvCxnSpPr>
        <p:spPr>
          <a:xfrm>
            <a:off x="4087528" y="1686810"/>
            <a:ext cx="2532200" cy="135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57" name="Google Shape;1557;p46"/>
          <p:cNvCxnSpPr>
            <a:endCxn id="1555" idx="1"/>
          </p:cNvCxnSpPr>
          <p:nvPr/>
        </p:nvCxnSpPr>
        <p:spPr>
          <a:xfrm flipH="1" rot="10800000">
            <a:off x="2476933" y="1777277"/>
            <a:ext cx="1266000" cy="119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58" name="Google Shape;1558;p46"/>
          <p:cNvCxnSpPr/>
          <p:nvPr/>
        </p:nvCxnSpPr>
        <p:spPr>
          <a:xfrm flipH="1" rot="10800000">
            <a:off x="4234792" y="3463596"/>
            <a:ext cx="2483927" cy="1483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59" name="Google Shape;1559;p46"/>
          <p:cNvCxnSpPr/>
          <p:nvPr/>
        </p:nvCxnSpPr>
        <p:spPr>
          <a:xfrm>
            <a:off x="2334898" y="3440089"/>
            <a:ext cx="1516280" cy="14836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60" name="Google Shape;1560;p46"/>
          <p:cNvCxnSpPr>
            <a:endCxn id="1554" idx="0"/>
          </p:cNvCxnSpPr>
          <p:nvPr/>
        </p:nvCxnSpPr>
        <p:spPr>
          <a:xfrm>
            <a:off x="3980150" y="2045807"/>
            <a:ext cx="104100" cy="25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61" name="Google Shape;1561;p46"/>
          <p:cNvCxnSpPr/>
          <p:nvPr/>
        </p:nvCxnSpPr>
        <p:spPr>
          <a:xfrm>
            <a:off x="2476833" y="3157894"/>
            <a:ext cx="4241886" cy="966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562" name="Google Shape;156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1573543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563" name="Google Shape;156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1549155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46"/>
          <p:cNvSpPr txBox="1"/>
          <p:nvPr/>
        </p:nvSpPr>
        <p:spPr>
          <a:xfrm>
            <a:off x="2753101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46"/>
          <p:cNvSpPr txBox="1"/>
          <p:nvPr/>
        </p:nvSpPr>
        <p:spPr>
          <a:xfrm>
            <a:off x="2753101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46"/>
          <p:cNvSpPr txBox="1"/>
          <p:nvPr/>
        </p:nvSpPr>
        <p:spPr>
          <a:xfrm>
            <a:off x="3478005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46"/>
          <p:cNvSpPr txBox="1"/>
          <p:nvPr/>
        </p:nvSpPr>
        <p:spPr>
          <a:xfrm>
            <a:off x="5353628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46"/>
          <p:cNvSpPr txBox="1"/>
          <p:nvPr/>
        </p:nvSpPr>
        <p:spPr>
          <a:xfrm>
            <a:off x="5446010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46"/>
          <p:cNvSpPr txBox="1"/>
          <p:nvPr/>
        </p:nvSpPr>
        <p:spPr>
          <a:xfrm>
            <a:off x="3941698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0" name="Google Shape;1570;p46"/>
          <p:cNvCxnSpPr/>
          <p:nvPr/>
        </p:nvCxnSpPr>
        <p:spPr>
          <a:xfrm>
            <a:off x="3976965" y="1953551"/>
            <a:ext cx="83067" cy="269720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1" name="Google Shape;1571;p46"/>
          <p:cNvCxnSpPr/>
          <p:nvPr/>
        </p:nvCxnSpPr>
        <p:spPr>
          <a:xfrm>
            <a:off x="4173544" y="1730947"/>
            <a:ext cx="2523274" cy="139794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2" name="Google Shape;1572;p46"/>
          <p:cNvSpPr txBox="1"/>
          <p:nvPr/>
        </p:nvSpPr>
        <p:spPr>
          <a:xfrm>
            <a:off x="7195712" y="2319948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['CB',['BD'],9,1]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47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8" name="Google Shape;1578;p47"/>
          <p:cNvSpPr txBox="1"/>
          <p:nvPr/>
        </p:nvSpPr>
        <p:spPr>
          <a:xfrm>
            <a:off x="7481177" y="2157559"/>
            <a:ext cx="268687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['AB',['BC','BD'],8,1]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['AC',['BC','BD'],14,1]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['AD',[],22,1]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['BC',['CD’],9,1]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['CB',['BD'],9,1]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['BD',[],8,1]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 ['CD',[],10,1]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47"/>
          <p:cNvSpPr txBox="1"/>
          <p:nvPr/>
        </p:nvSpPr>
        <p:spPr>
          <a:xfrm>
            <a:off x="1780958" y="2694941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47"/>
          <p:cNvSpPr txBox="1"/>
          <p:nvPr/>
        </p:nvSpPr>
        <p:spPr>
          <a:xfrm>
            <a:off x="6511288" y="2889835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47"/>
          <p:cNvSpPr txBox="1"/>
          <p:nvPr/>
        </p:nvSpPr>
        <p:spPr>
          <a:xfrm>
            <a:off x="3603944" y="4545696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47"/>
          <p:cNvSpPr txBox="1"/>
          <p:nvPr/>
        </p:nvSpPr>
        <p:spPr>
          <a:xfrm>
            <a:off x="3557403" y="1313130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3" name="Google Shape;1583;p47"/>
          <p:cNvCxnSpPr/>
          <p:nvPr/>
        </p:nvCxnSpPr>
        <p:spPr>
          <a:xfrm>
            <a:off x="3901998" y="1605499"/>
            <a:ext cx="2532200" cy="135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84" name="Google Shape;1584;p47"/>
          <p:cNvCxnSpPr>
            <a:endCxn id="1582" idx="1"/>
          </p:cNvCxnSpPr>
          <p:nvPr/>
        </p:nvCxnSpPr>
        <p:spPr>
          <a:xfrm flipH="1" rot="10800000">
            <a:off x="2291403" y="1695965"/>
            <a:ext cx="1266000" cy="119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85" name="Google Shape;1585;p47"/>
          <p:cNvCxnSpPr/>
          <p:nvPr/>
        </p:nvCxnSpPr>
        <p:spPr>
          <a:xfrm flipH="1" rot="10800000">
            <a:off x="4049262" y="3382285"/>
            <a:ext cx="2483927" cy="1483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86" name="Google Shape;1586;p47"/>
          <p:cNvCxnSpPr/>
          <p:nvPr/>
        </p:nvCxnSpPr>
        <p:spPr>
          <a:xfrm>
            <a:off x="2149368" y="3358778"/>
            <a:ext cx="1516280" cy="14836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87" name="Google Shape;1587;p47"/>
          <p:cNvCxnSpPr>
            <a:endCxn id="1581" idx="0"/>
          </p:cNvCxnSpPr>
          <p:nvPr/>
        </p:nvCxnSpPr>
        <p:spPr>
          <a:xfrm>
            <a:off x="3794620" y="1964496"/>
            <a:ext cx="104100" cy="25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1588" name="Google Shape;1588;p47"/>
          <p:cNvCxnSpPr/>
          <p:nvPr/>
        </p:nvCxnSpPr>
        <p:spPr>
          <a:xfrm>
            <a:off x="2291303" y="3076583"/>
            <a:ext cx="4241886" cy="966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pic>
        <p:nvPicPr>
          <p:cNvPr descr="Formiga com preenchimento sólido" id="1589" name="Google Shape;158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028852">
            <a:off x="1388013" y="2044565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iga com preenchimento sólido" id="1590" name="Google Shape;159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7078250">
            <a:off x="1363625" y="3216588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1591" name="Google Shape;1591;p47"/>
          <p:cNvSpPr txBox="1"/>
          <p:nvPr/>
        </p:nvSpPr>
        <p:spPr>
          <a:xfrm>
            <a:off x="2567571" y="1850409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47"/>
          <p:cNvSpPr txBox="1"/>
          <p:nvPr/>
        </p:nvSpPr>
        <p:spPr>
          <a:xfrm>
            <a:off x="2567571" y="41220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47"/>
          <p:cNvSpPr txBox="1"/>
          <p:nvPr/>
        </p:nvSpPr>
        <p:spPr>
          <a:xfrm>
            <a:off x="3292475" y="2721446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47"/>
          <p:cNvSpPr txBox="1"/>
          <p:nvPr/>
        </p:nvSpPr>
        <p:spPr>
          <a:xfrm>
            <a:off x="5168098" y="19644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47"/>
          <p:cNvSpPr txBox="1"/>
          <p:nvPr/>
        </p:nvSpPr>
        <p:spPr>
          <a:xfrm>
            <a:off x="5260480" y="4097219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47"/>
          <p:cNvSpPr txBox="1"/>
          <p:nvPr/>
        </p:nvSpPr>
        <p:spPr>
          <a:xfrm>
            <a:off x="3756168" y="3426112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1" name="Google Shape;1601;p48"/>
          <p:cNvGrpSpPr/>
          <p:nvPr/>
        </p:nvGrpSpPr>
        <p:grpSpPr>
          <a:xfrm>
            <a:off x="2823212" y="1497496"/>
            <a:ext cx="6360045" cy="2424354"/>
            <a:chOff x="2810459" y="1603513"/>
            <a:chExt cx="6360045" cy="2424354"/>
          </a:xfrm>
        </p:grpSpPr>
        <p:grpSp>
          <p:nvGrpSpPr>
            <p:cNvPr id="1602" name="Google Shape;1602;p48"/>
            <p:cNvGrpSpPr/>
            <p:nvPr/>
          </p:nvGrpSpPr>
          <p:grpSpPr>
            <a:xfrm>
              <a:off x="2810459" y="2273541"/>
              <a:ext cx="6360045" cy="1754326"/>
              <a:chOff x="2783955" y="1338383"/>
              <a:chExt cx="6360045" cy="1754326"/>
            </a:xfrm>
          </p:grpSpPr>
          <p:sp>
            <p:nvSpPr>
              <p:cNvPr id="1603" name="Google Shape;1603;p48"/>
              <p:cNvSpPr txBox="1"/>
              <p:nvPr/>
            </p:nvSpPr>
            <p:spPr>
              <a:xfrm>
                <a:off x="2783955" y="1338383"/>
                <a:ext cx="3312045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ab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AB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</a:t>
                </a:r>
                <a:r>
                  <a:rPr b="1" i="0" lang="pt-BR" sz="1800" u="none" cap="none" strike="noStrike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'BD','BE','BC'],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</a:t>
                </a:r>
                <a:r>
                  <a:rPr b="1" i="0" lang="pt-BR" sz="1800" u="none" cap="none" strike="noStrike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'CB','CD','CE'],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ae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AE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30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bd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BD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</a:t>
                </a:r>
                <a:r>
                  <a:rPr b="1" i="0" lang="pt-BR" sz="1800" u="none" cap="none" strike="noStrike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'DE','DC'],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16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48"/>
              <p:cNvSpPr txBox="1"/>
              <p:nvPr/>
            </p:nvSpPr>
            <p:spPr>
              <a:xfrm>
                <a:off x="6096000" y="1338383"/>
                <a:ext cx="3048000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bc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BC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</a:t>
                </a:r>
                <a:r>
                  <a:rPr b="1" i="0" lang="pt-BR" sz="1800" u="none" cap="none" strike="noStrike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'CD','CE'],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cb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CB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</a:t>
                </a:r>
                <a:r>
                  <a:rPr b="1" i="0" lang="pt-BR" sz="1800" u="none" cap="none" strike="noStrike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'BD','BE'],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cd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CD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</a:t>
                </a:r>
                <a:r>
                  <a:rPr b="1" i="0" lang="pt-BR" sz="1800" u="none" cap="none" strike="noStrike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'DE'],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17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dc = ['</a:t>
                </a:r>
                <a:r>
                  <a:rPr b="1" i="0" lang="pt-BR" sz="18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DC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',['</a:t>
                </a:r>
                <a:r>
                  <a:rPr b="1" i="0" lang="pt-BR" sz="1800" u="none" cap="none" strike="noStrike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CE'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],</a:t>
                </a:r>
                <a:r>
                  <a:rPr b="1" i="0" lang="pt-BR" sz="1800" u="none" cap="none" strike="noStrike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17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</a:t>
                </a:r>
                <a:r>
                  <a:rPr b="1" i="0" lang="pt-BR" sz="1800" u="none" cap="none" strike="noStrike">
                    <a:solidFill>
                      <a:srgbClr val="BF9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i="0" lang="pt-BR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]</a:t>
                </a:r>
                <a:endParaRPr b="1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5" name="Google Shape;1605;p48"/>
            <p:cNvSpPr txBox="1"/>
            <p:nvPr/>
          </p:nvSpPr>
          <p:spPr>
            <a:xfrm>
              <a:off x="2968487" y="1603513"/>
              <a:ext cx="56719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Edge</a:t>
              </a: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= [</a:t>
              </a:r>
              <a:r>
                <a:rPr b="1" i="0" lang="pt-BR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name</a:t>
              </a: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1" i="0" lang="pt-BR" sz="1800" u="none" cap="none" strike="noStrike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adjacent</a:t>
              </a:r>
              <a:r>
                <a:rPr b="0" i="0" lang="pt-BR" sz="1800" u="none" cap="none" strike="noStrike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pt-BR" sz="1800" u="none" cap="none" strike="noStrike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edges</a:t>
              </a: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1" i="0" lang="pt-BR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length</a:t>
              </a: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1" i="0" lang="pt-BR" sz="1800" u="none" cap="none" strike="noStrike">
                  <a:solidFill>
                    <a:srgbClr val="BF9000"/>
                  </a:solidFill>
                  <a:latin typeface="Calibri"/>
                  <a:ea typeface="Calibri"/>
                  <a:cs typeface="Calibri"/>
                  <a:sym typeface="Calibri"/>
                </a:rPr>
                <a:t>pheromone</a:t>
              </a:r>
              <a:r>
                <a:rPr b="0" i="0" lang="pt-BR" sz="1800" u="none" cap="none" strike="noStrike">
                  <a:solidFill>
                    <a:srgbClr val="BF9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pt-BR" sz="1800" u="none" cap="none" strike="noStrike">
                  <a:solidFill>
                    <a:srgbClr val="BF9000"/>
                  </a:solidFill>
                  <a:latin typeface="Calibri"/>
                  <a:ea typeface="Calibri"/>
                  <a:cs typeface="Calibri"/>
                  <a:sym typeface="Calibri"/>
                </a:rPr>
                <a:t>level</a:t>
              </a: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]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0" name="Google Shape;1610;p49"/>
          <p:cNvGrpSpPr/>
          <p:nvPr/>
        </p:nvGrpSpPr>
        <p:grpSpPr>
          <a:xfrm>
            <a:off x="4024381" y="1102363"/>
            <a:ext cx="5662956" cy="3724528"/>
            <a:chOff x="3202748" y="1099263"/>
            <a:chExt cx="4592729" cy="2619308"/>
          </a:xfrm>
        </p:grpSpPr>
        <p:sp>
          <p:nvSpPr>
            <p:cNvPr id="1611" name="Google Shape;1611;p49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49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49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49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49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16" name="Google Shape;1616;p49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7" name="Google Shape;1617;p49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8" name="Google Shape;1618;p49"/>
            <p:cNvCxnSpPr>
              <a:endCxn id="1615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9" name="Google Shape;1619;p49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0" name="Google Shape;1620;p49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1" name="Google Shape;1621;p49"/>
            <p:cNvCxnSpPr>
              <a:endCxn id="1612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2" name="Google Shape;1622;p49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3" name="Google Shape;1623;p49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4" name="Google Shape;1624;p49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625" name="Google Shape;1625;p49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49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49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49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49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49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49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49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49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4" name="Google Shape;1634;p49"/>
          <p:cNvSpPr txBox="1"/>
          <p:nvPr/>
        </p:nvSpPr>
        <p:spPr>
          <a:xfrm>
            <a:off x="967234" y="1102363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9" name="Google Shape;1639;p50"/>
          <p:cNvGrpSpPr/>
          <p:nvPr/>
        </p:nvGrpSpPr>
        <p:grpSpPr>
          <a:xfrm>
            <a:off x="4024381" y="1102363"/>
            <a:ext cx="5662956" cy="3724528"/>
            <a:chOff x="3202748" y="1099263"/>
            <a:chExt cx="4592729" cy="2619308"/>
          </a:xfrm>
        </p:grpSpPr>
        <p:sp>
          <p:nvSpPr>
            <p:cNvPr id="1640" name="Google Shape;1640;p50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50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50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50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50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45" name="Google Shape;1645;p50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6" name="Google Shape;1646;p50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7" name="Google Shape;1647;p50"/>
            <p:cNvCxnSpPr>
              <a:endCxn id="1644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8" name="Google Shape;1648;p50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9" name="Google Shape;1649;p50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0" name="Google Shape;1650;p50"/>
            <p:cNvCxnSpPr>
              <a:endCxn id="1641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1" name="Google Shape;1651;p50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2" name="Google Shape;1652;p50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3" name="Google Shape;1653;p50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654" name="Google Shape;1654;p50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50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50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50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50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50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50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50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50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3" name="Google Shape;1663;p50"/>
          <p:cNvSpPr txBox="1"/>
          <p:nvPr/>
        </p:nvSpPr>
        <p:spPr>
          <a:xfrm>
            <a:off x="967234" y="1102363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4" name="Google Shape;1664;p50"/>
          <p:cNvCxnSpPr/>
          <p:nvPr/>
        </p:nvCxnSpPr>
        <p:spPr>
          <a:xfrm flipH="1" rot="10800000">
            <a:off x="4506248" y="1744651"/>
            <a:ext cx="1020642" cy="115252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5" name="Google Shape;1665;p50"/>
          <p:cNvCxnSpPr>
            <a:endCxn id="1644" idx="1"/>
          </p:cNvCxnSpPr>
          <p:nvPr/>
        </p:nvCxnSpPr>
        <p:spPr>
          <a:xfrm>
            <a:off x="5984969" y="1587836"/>
            <a:ext cx="1836000" cy="142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6" name="Google Shape;1666;p50"/>
          <p:cNvCxnSpPr/>
          <p:nvPr/>
        </p:nvCxnSpPr>
        <p:spPr>
          <a:xfrm>
            <a:off x="5989750" y="1673813"/>
            <a:ext cx="3109336" cy="132134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7" name="Google Shape;1667;p50"/>
          <p:cNvCxnSpPr/>
          <p:nvPr/>
        </p:nvCxnSpPr>
        <p:spPr>
          <a:xfrm>
            <a:off x="5668800" y="1748192"/>
            <a:ext cx="14702" cy="2334706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2" name="Google Shape;1672;p51"/>
          <p:cNvGrpSpPr/>
          <p:nvPr/>
        </p:nvGrpSpPr>
        <p:grpSpPr>
          <a:xfrm>
            <a:off x="4024382" y="1142120"/>
            <a:ext cx="5662956" cy="3724528"/>
            <a:chOff x="3202748" y="1099263"/>
            <a:chExt cx="4592729" cy="2619308"/>
          </a:xfrm>
        </p:grpSpPr>
        <p:sp>
          <p:nvSpPr>
            <p:cNvPr id="1673" name="Google Shape;1673;p51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51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51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51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51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8" name="Google Shape;1678;p51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9" name="Google Shape;1679;p51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0" name="Google Shape;1680;p51"/>
            <p:cNvCxnSpPr>
              <a:endCxn id="1677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1" name="Google Shape;1681;p51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2" name="Google Shape;1682;p51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3" name="Google Shape;1683;p51"/>
            <p:cNvCxnSpPr>
              <a:endCxn id="1674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4" name="Google Shape;1684;p51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5" name="Google Shape;1685;p51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6" name="Google Shape;1686;p51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687" name="Google Shape;1687;p51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51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51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51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51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51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51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51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51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6" name="Google Shape;1696;p51"/>
          <p:cNvSpPr txBox="1"/>
          <p:nvPr/>
        </p:nvSpPr>
        <p:spPr>
          <a:xfrm>
            <a:off x="927478" y="1142120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7" name="Google Shape;1697;p51"/>
          <p:cNvCxnSpPr/>
          <p:nvPr/>
        </p:nvCxnSpPr>
        <p:spPr>
          <a:xfrm>
            <a:off x="4430553" y="3150646"/>
            <a:ext cx="1032433" cy="117020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8" name="Google Shape;1698;p51"/>
          <p:cNvCxnSpPr>
            <a:endCxn id="1676" idx="0"/>
          </p:cNvCxnSpPr>
          <p:nvPr/>
        </p:nvCxnSpPr>
        <p:spPr>
          <a:xfrm>
            <a:off x="5655774" y="1821355"/>
            <a:ext cx="67200" cy="2301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9" name="Google Shape;1699;p51"/>
          <p:cNvCxnSpPr/>
          <p:nvPr/>
        </p:nvCxnSpPr>
        <p:spPr>
          <a:xfrm flipH="1">
            <a:off x="5929154" y="2046378"/>
            <a:ext cx="1947664" cy="217522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0" name="Google Shape;1700;p51"/>
          <p:cNvCxnSpPr>
            <a:stCxn id="1674" idx="1"/>
          </p:cNvCxnSpPr>
          <p:nvPr/>
        </p:nvCxnSpPr>
        <p:spPr>
          <a:xfrm flipH="1">
            <a:off x="6066387" y="3208077"/>
            <a:ext cx="3032700" cy="1256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5" name="Google Shape;1705;p52"/>
          <p:cNvGrpSpPr/>
          <p:nvPr/>
        </p:nvGrpSpPr>
        <p:grpSpPr>
          <a:xfrm>
            <a:off x="3984626" y="1142120"/>
            <a:ext cx="5662956" cy="3724528"/>
            <a:chOff x="3202748" y="1099263"/>
            <a:chExt cx="4592729" cy="2619308"/>
          </a:xfrm>
        </p:grpSpPr>
        <p:sp>
          <p:nvSpPr>
            <p:cNvPr id="1706" name="Google Shape;1706;p52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52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52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52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52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11" name="Google Shape;1711;p52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2" name="Google Shape;1712;p52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3" name="Google Shape;1713;p52"/>
            <p:cNvCxnSpPr>
              <a:endCxn id="1710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4" name="Google Shape;1714;p52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5" name="Google Shape;1715;p52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6" name="Google Shape;1716;p52"/>
            <p:cNvCxnSpPr>
              <a:endCxn id="1707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7" name="Google Shape;1717;p52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8" name="Google Shape;1718;p52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9" name="Google Shape;1719;p52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720" name="Google Shape;1720;p52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52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52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52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52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52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52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52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52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9" name="Google Shape;1729;p52"/>
          <p:cNvSpPr txBox="1"/>
          <p:nvPr/>
        </p:nvSpPr>
        <p:spPr>
          <a:xfrm>
            <a:off x="927478" y="1142120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0" name="Google Shape;1730;p52"/>
          <p:cNvCxnSpPr/>
          <p:nvPr/>
        </p:nvCxnSpPr>
        <p:spPr>
          <a:xfrm flipH="1" rot="10800000">
            <a:off x="4491882" y="3055115"/>
            <a:ext cx="4628778" cy="6936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5" name="Google Shape;1735;p53"/>
          <p:cNvGrpSpPr/>
          <p:nvPr/>
        </p:nvGrpSpPr>
        <p:grpSpPr>
          <a:xfrm>
            <a:off x="3891860" y="1142120"/>
            <a:ext cx="5662956" cy="3724528"/>
            <a:chOff x="3202748" y="1099263"/>
            <a:chExt cx="4592729" cy="2619308"/>
          </a:xfrm>
        </p:grpSpPr>
        <p:sp>
          <p:nvSpPr>
            <p:cNvPr id="1736" name="Google Shape;1736;p53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53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53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53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53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41" name="Google Shape;1741;p53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2" name="Google Shape;1742;p53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3" name="Google Shape;1743;p53"/>
            <p:cNvCxnSpPr>
              <a:endCxn id="1740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4" name="Google Shape;1744;p53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5" name="Google Shape;1745;p53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6" name="Google Shape;1746;p53"/>
            <p:cNvCxnSpPr>
              <a:endCxn id="1737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7" name="Google Shape;1747;p53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8" name="Google Shape;1748;p53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9" name="Google Shape;1749;p53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750" name="Google Shape;1750;p53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53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53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53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53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53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53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53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53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9" name="Google Shape;1759;p53"/>
          <p:cNvSpPr txBox="1"/>
          <p:nvPr/>
        </p:nvSpPr>
        <p:spPr>
          <a:xfrm>
            <a:off x="927478" y="1142120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bd = ['BD',['DE’],6,1]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0" name="Google Shape;1760;p53"/>
          <p:cNvCxnSpPr>
            <a:endCxn id="1740" idx="1"/>
          </p:cNvCxnSpPr>
          <p:nvPr/>
        </p:nvCxnSpPr>
        <p:spPr>
          <a:xfrm>
            <a:off x="5797248" y="1572093"/>
            <a:ext cx="1891200" cy="198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61" name="Google Shape;1761;p53"/>
          <p:cNvCxnSpPr/>
          <p:nvPr/>
        </p:nvCxnSpPr>
        <p:spPr>
          <a:xfrm>
            <a:off x="8178214" y="1852374"/>
            <a:ext cx="901223" cy="104164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6" name="Google Shape;1766;p54"/>
          <p:cNvGrpSpPr/>
          <p:nvPr/>
        </p:nvGrpSpPr>
        <p:grpSpPr>
          <a:xfrm>
            <a:off x="3852103" y="1142120"/>
            <a:ext cx="5662956" cy="3724528"/>
            <a:chOff x="3202748" y="1099263"/>
            <a:chExt cx="4592729" cy="2619308"/>
          </a:xfrm>
        </p:grpSpPr>
        <p:sp>
          <p:nvSpPr>
            <p:cNvPr id="1767" name="Google Shape;1767;p54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54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54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54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54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2" name="Google Shape;1772;p54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3" name="Google Shape;1773;p54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4" name="Google Shape;1774;p54"/>
            <p:cNvCxnSpPr>
              <a:endCxn id="1771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5" name="Google Shape;1775;p54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6" name="Google Shape;1776;p54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7" name="Google Shape;1777;p54"/>
            <p:cNvCxnSpPr>
              <a:endCxn id="1768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8" name="Google Shape;1778;p54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9" name="Google Shape;1779;p54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0" name="Google Shape;1780;p54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781" name="Google Shape;1781;p54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54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54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54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54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54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54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54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54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0" name="Google Shape;1790;p54"/>
          <p:cNvSpPr txBox="1"/>
          <p:nvPr/>
        </p:nvSpPr>
        <p:spPr>
          <a:xfrm>
            <a:off x="927478" y="1142120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1" name="Google Shape;1791;p54"/>
          <p:cNvCxnSpPr/>
          <p:nvPr/>
        </p:nvCxnSpPr>
        <p:spPr>
          <a:xfrm>
            <a:off x="5719310" y="1728509"/>
            <a:ext cx="3207498" cy="12931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6" name="Google Shape;1796;p55"/>
          <p:cNvGrpSpPr/>
          <p:nvPr/>
        </p:nvGrpSpPr>
        <p:grpSpPr>
          <a:xfrm>
            <a:off x="4064138" y="1123655"/>
            <a:ext cx="5662956" cy="3724528"/>
            <a:chOff x="3202748" y="1099263"/>
            <a:chExt cx="4592729" cy="2619308"/>
          </a:xfrm>
        </p:grpSpPr>
        <p:sp>
          <p:nvSpPr>
            <p:cNvPr id="1797" name="Google Shape;1797;p55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55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55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55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55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02" name="Google Shape;1802;p55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3" name="Google Shape;1803;p55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4" name="Google Shape;1804;p55"/>
            <p:cNvCxnSpPr>
              <a:endCxn id="1801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5" name="Google Shape;1805;p55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6" name="Google Shape;1806;p55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7" name="Google Shape;1807;p55"/>
            <p:cNvCxnSpPr>
              <a:endCxn id="1798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8" name="Google Shape;1808;p55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9" name="Google Shape;1809;p55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0" name="Google Shape;1810;p55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811" name="Google Shape;1811;p55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55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55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55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55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55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55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55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55"/>
            <p:cNvSpPr txBox="1"/>
            <p:nvPr/>
          </p:nvSpPr>
          <p:spPr>
            <a:xfrm>
              <a:off x="5408356" y="206104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0" name="Google Shape;1820;p55"/>
          <p:cNvSpPr txBox="1"/>
          <p:nvPr/>
        </p:nvSpPr>
        <p:spPr>
          <a:xfrm>
            <a:off x="694609" y="1278195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1" name="Google Shape;1821;p55"/>
          <p:cNvCxnSpPr>
            <a:endCxn id="1800" idx="0"/>
          </p:cNvCxnSpPr>
          <p:nvPr/>
        </p:nvCxnSpPr>
        <p:spPr>
          <a:xfrm>
            <a:off x="5724030" y="1859590"/>
            <a:ext cx="38700" cy="2244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2" name="Google Shape;1822;p55"/>
          <p:cNvCxnSpPr/>
          <p:nvPr/>
        </p:nvCxnSpPr>
        <p:spPr>
          <a:xfrm flipH="1" rot="10800000">
            <a:off x="5979880" y="1962672"/>
            <a:ext cx="1944207" cy="2259126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3" name="Google Shape;1823;p55"/>
          <p:cNvCxnSpPr>
            <a:stCxn id="1800" idx="3"/>
            <a:endCxn id="1798" idx="1"/>
          </p:cNvCxnSpPr>
          <p:nvPr/>
        </p:nvCxnSpPr>
        <p:spPr>
          <a:xfrm flipH="1" rot="10800000">
            <a:off x="6056855" y="3189486"/>
            <a:ext cx="3081900" cy="1286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8" name="Google Shape;1828;p56"/>
          <p:cNvGrpSpPr/>
          <p:nvPr/>
        </p:nvGrpSpPr>
        <p:grpSpPr>
          <a:xfrm>
            <a:off x="4064138" y="1139019"/>
            <a:ext cx="5662956" cy="3724528"/>
            <a:chOff x="3202748" y="1099263"/>
            <a:chExt cx="4592729" cy="2619308"/>
          </a:xfrm>
        </p:grpSpPr>
        <p:sp>
          <p:nvSpPr>
            <p:cNvPr id="1829" name="Google Shape;1829;p56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56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56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56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56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34" name="Google Shape;1834;p56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5" name="Google Shape;1835;p56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6" name="Google Shape;1836;p56"/>
            <p:cNvCxnSpPr>
              <a:endCxn id="1833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7" name="Google Shape;1837;p56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8" name="Google Shape;1838;p56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9" name="Google Shape;1839;p56"/>
            <p:cNvCxnSpPr>
              <a:endCxn id="1830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0" name="Google Shape;1840;p56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1" name="Google Shape;1841;p56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2" name="Google Shape;1842;p56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843" name="Google Shape;1843;p56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56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56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56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56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56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56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56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56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2" name="Google Shape;1852;p56"/>
          <p:cNvSpPr txBox="1"/>
          <p:nvPr/>
        </p:nvSpPr>
        <p:spPr>
          <a:xfrm>
            <a:off x="608009" y="1276732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3" name="Google Shape;1853;p56"/>
          <p:cNvCxnSpPr>
            <a:endCxn id="1833" idx="1"/>
          </p:cNvCxnSpPr>
          <p:nvPr/>
        </p:nvCxnSpPr>
        <p:spPr>
          <a:xfrm>
            <a:off x="5983326" y="1584592"/>
            <a:ext cx="1877400" cy="182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4" name="Google Shape;1854;p56"/>
          <p:cNvCxnSpPr/>
          <p:nvPr/>
        </p:nvCxnSpPr>
        <p:spPr>
          <a:xfrm>
            <a:off x="5708102" y="1864355"/>
            <a:ext cx="54588" cy="234390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5" name="Google Shape;1855;p56"/>
          <p:cNvCxnSpPr/>
          <p:nvPr/>
        </p:nvCxnSpPr>
        <p:spPr>
          <a:xfrm>
            <a:off x="5988944" y="1737372"/>
            <a:ext cx="3167529" cy="129570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0" name="Google Shape;1860;p57"/>
          <p:cNvGrpSpPr/>
          <p:nvPr/>
        </p:nvGrpSpPr>
        <p:grpSpPr>
          <a:xfrm>
            <a:off x="4117147" y="1261127"/>
            <a:ext cx="5662956" cy="3724528"/>
            <a:chOff x="3202748" y="1099263"/>
            <a:chExt cx="4592729" cy="2619308"/>
          </a:xfrm>
        </p:grpSpPr>
        <p:sp>
          <p:nvSpPr>
            <p:cNvPr id="1861" name="Google Shape;1861;p57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57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57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57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57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6" name="Google Shape;1866;p57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7" name="Google Shape;1867;p57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8" name="Google Shape;1868;p57"/>
            <p:cNvCxnSpPr>
              <a:endCxn id="1865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9" name="Google Shape;1869;p57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0" name="Google Shape;1870;p57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1" name="Google Shape;1871;p57"/>
            <p:cNvCxnSpPr>
              <a:endCxn id="1862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2" name="Google Shape;1872;p57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3" name="Google Shape;1873;p57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4" name="Google Shape;1874;p57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875" name="Google Shape;1875;p57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57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57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57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57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57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57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57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57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4" name="Google Shape;1884;p57"/>
          <p:cNvSpPr txBox="1"/>
          <p:nvPr/>
        </p:nvSpPr>
        <p:spPr>
          <a:xfrm>
            <a:off x="621271" y="1276732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5" name="Google Shape;1885;p57"/>
          <p:cNvCxnSpPr/>
          <p:nvPr/>
        </p:nvCxnSpPr>
        <p:spPr>
          <a:xfrm flipH="1">
            <a:off x="6072802" y="2100144"/>
            <a:ext cx="1924505" cy="226084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86" name="Google Shape;1886;p57"/>
          <p:cNvCxnSpPr/>
          <p:nvPr/>
        </p:nvCxnSpPr>
        <p:spPr>
          <a:xfrm>
            <a:off x="8359917" y="1966625"/>
            <a:ext cx="944807" cy="104639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1" name="Google Shape;1891;p58"/>
          <p:cNvGrpSpPr/>
          <p:nvPr/>
        </p:nvGrpSpPr>
        <p:grpSpPr>
          <a:xfrm>
            <a:off x="4011130" y="1245523"/>
            <a:ext cx="5662956" cy="3724528"/>
            <a:chOff x="3202748" y="1099263"/>
            <a:chExt cx="4592729" cy="2619308"/>
          </a:xfrm>
        </p:grpSpPr>
        <p:sp>
          <p:nvSpPr>
            <p:cNvPr id="1892" name="Google Shape;1892;p58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58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58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58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58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97" name="Google Shape;1897;p58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8" name="Google Shape;1898;p58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9" name="Google Shape;1899;p58"/>
            <p:cNvCxnSpPr>
              <a:endCxn id="1896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0" name="Google Shape;1900;p58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1" name="Google Shape;1901;p58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2" name="Google Shape;1902;p58"/>
            <p:cNvCxnSpPr>
              <a:endCxn id="1893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3" name="Google Shape;1903;p58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4" name="Google Shape;1904;p58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5" name="Google Shape;1905;p58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906" name="Google Shape;1906;p58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7" name="Google Shape;1907;p58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58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58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58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58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58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58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58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5" name="Google Shape;1915;p58"/>
          <p:cNvSpPr txBox="1"/>
          <p:nvPr/>
        </p:nvSpPr>
        <p:spPr>
          <a:xfrm>
            <a:off x="585727" y="1276732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6" name="Google Shape;1916;p58"/>
          <p:cNvCxnSpPr>
            <a:stCxn id="1893" idx="1"/>
            <a:endCxn id="1895" idx="3"/>
          </p:cNvCxnSpPr>
          <p:nvPr/>
        </p:nvCxnSpPr>
        <p:spPr>
          <a:xfrm flipH="1">
            <a:off x="6003935" y="3311480"/>
            <a:ext cx="3081900" cy="128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1" name="Google Shape;1921;p59"/>
          <p:cNvGrpSpPr/>
          <p:nvPr/>
        </p:nvGrpSpPr>
        <p:grpSpPr>
          <a:xfrm>
            <a:off x="4209913" y="1132093"/>
            <a:ext cx="5662956" cy="3724528"/>
            <a:chOff x="3202748" y="1099263"/>
            <a:chExt cx="4592729" cy="2619308"/>
          </a:xfrm>
        </p:grpSpPr>
        <p:sp>
          <p:nvSpPr>
            <p:cNvPr id="1922" name="Google Shape;1922;p59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59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59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59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59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27" name="Google Shape;1927;p59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8" name="Google Shape;1928;p59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9" name="Google Shape;1929;p59"/>
            <p:cNvCxnSpPr>
              <a:endCxn id="1926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0" name="Google Shape;1930;p59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1" name="Google Shape;1931;p59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2" name="Google Shape;1932;p59"/>
            <p:cNvCxnSpPr>
              <a:endCxn id="1923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3" name="Google Shape;1933;p59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4" name="Google Shape;1934;p59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5" name="Google Shape;1935;p59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936" name="Google Shape;1936;p59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59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59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59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59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59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59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59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59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5" name="Google Shape;1945;p59"/>
          <p:cNvSpPr txBox="1"/>
          <p:nvPr/>
        </p:nvSpPr>
        <p:spPr>
          <a:xfrm>
            <a:off x="598112" y="1132093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6" name="Google Shape;1946;p59"/>
          <p:cNvCxnSpPr/>
          <p:nvPr/>
        </p:nvCxnSpPr>
        <p:spPr>
          <a:xfrm rot="10800000">
            <a:off x="8425664" y="1828878"/>
            <a:ext cx="971826" cy="101994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1" name="Google Shape;1951;p60"/>
          <p:cNvGrpSpPr/>
          <p:nvPr/>
        </p:nvGrpSpPr>
        <p:grpSpPr>
          <a:xfrm>
            <a:off x="4408695" y="1284793"/>
            <a:ext cx="5662956" cy="3724528"/>
            <a:chOff x="3202748" y="1099263"/>
            <a:chExt cx="4592729" cy="2619308"/>
          </a:xfrm>
        </p:grpSpPr>
        <p:sp>
          <p:nvSpPr>
            <p:cNvPr id="1952" name="Google Shape;1952;p60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60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60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60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60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7" name="Google Shape;1957;p60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8" name="Google Shape;1958;p60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9" name="Google Shape;1959;p60"/>
            <p:cNvCxnSpPr>
              <a:endCxn id="1956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0" name="Google Shape;1960;p60"/>
            <p:cNvCxnSpPr/>
            <p:nvPr/>
          </p:nvCxnSpPr>
          <p:spPr>
            <a:xfrm flipH="1" rot="10800000">
              <a:off x="3614139" y="1616730"/>
              <a:ext cx="727649" cy="7072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1" name="Google Shape;1961;p60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2" name="Google Shape;1962;p60"/>
            <p:cNvCxnSpPr>
              <a:endCxn id="1953" idx="1"/>
            </p:cNvCxnSpPr>
            <p:nvPr/>
          </p:nvCxnSpPr>
          <p:spPr>
            <a:xfrm flipH="1" rot="10800000">
              <a:off x="4873698" y="2552166"/>
              <a:ext cx="2444700" cy="87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3" name="Google Shape;1963;p60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4" name="Google Shape;1964;p60"/>
            <p:cNvCxnSpPr/>
            <p:nvPr/>
          </p:nvCxnSpPr>
          <p:spPr>
            <a:xfrm flipH="1" rot="10800000">
              <a:off x="4781600" y="1748315"/>
              <a:ext cx="1500229" cy="15166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5" name="Google Shape;1965;p60"/>
            <p:cNvCxnSpPr/>
            <p:nvPr/>
          </p:nvCxnSpPr>
          <p:spPr>
            <a:xfrm flipH="1" rot="10800000">
              <a:off x="3646464" y="2462999"/>
              <a:ext cx="3671934" cy="124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"/>
              <a:miter lim="800000"/>
              <a:headEnd len="sm" w="sm" type="none"/>
              <a:tailEnd len="sm" w="sm" type="none"/>
            </a:ln>
          </p:spPr>
        </p:cxnSp>
        <p:sp>
          <p:nvSpPr>
            <p:cNvPr id="1966" name="Google Shape;1966;p60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60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60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60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60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60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60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60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60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5" name="Google Shape;1975;p60"/>
          <p:cNvSpPr txBox="1"/>
          <p:nvPr/>
        </p:nvSpPr>
        <p:spPr>
          <a:xfrm>
            <a:off x="649198" y="1190028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 = ['AB',['BD','BE','BC'],5,1]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 = ['AC',['CB','CD','CE'],6,1]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 = ['AE',[],30,1]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 = ['BD',['DE','DC'],6,1]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 = ['BE',[],16,1]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 = ['BC',['CD','CE'],11,1]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 = ['CB',['BD','BE'],11,1]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 = ['CD',['DE'],17,1]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 = ['CE',[],10,1]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 = ['DE',[],4,1]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dc = ['DC',['CE'],17,1]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6" name="Google Shape;1976;p60"/>
          <p:cNvCxnSpPr/>
          <p:nvPr/>
        </p:nvCxnSpPr>
        <p:spPr>
          <a:xfrm flipH="1" rot="10800000">
            <a:off x="6411309" y="2044152"/>
            <a:ext cx="1973716" cy="232012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77" name="Google Shape;1977;p60"/>
          <p:cNvCxnSpPr>
            <a:endCxn id="1953" idx="1"/>
          </p:cNvCxnSpPr>
          <p:nvPr/>
        </p:nvCxnSpPr>
        <p:spPr>
          <a:xfrm flipH="1" rot="10800000">
            <a:off x="6432700" y="3350750"/>
            <a:ext cx="3050700" cy="125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2023-06-20T13:40:11Z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9E9A47D8FE7C444EA52F4F3FF2B940A8</vt:lpwstr>
  </property>
  <property fmtid="{D5CDD505-2E9C-101B-9397-08002B2CF9AE}" pid="3" name="KSOProductBuildVer">
    <vt:lpwstr>1046-11.2.0.11537</vt:lpwstr>
  </property>
</Properties>
</file>