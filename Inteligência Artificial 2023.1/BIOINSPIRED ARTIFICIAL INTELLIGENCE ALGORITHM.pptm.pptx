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400" r:id="rId3"/>
    <p:sldId id="402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387" r:id="rId51"/>
    <p:sldId id="388" r:id="rId52"/>
    <p:sldId id="389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398" r:id="rId62"/>
    <p:sldId id="399" r:id="rId63"/>
  </p:sldIdLst>
  <p:sldSz cx="12192000" cy="6858000"/>
  <p:notesSz cx="6858000" cy="9144000"/>
  <p:embeddedFontLst>
    <p:embeddedFont>
      <p:font typeface="Calibri" panose="020F0502020204030204"/>
      <p:regular r:id="rId67"/>
      <p:bold r:id="rId68"/>
      <p:italic r:id="rId69"/>
      <p:boldItalic r:id="rId70"/>
    </p:embeddedFont>
    <p:embeddedFont>
      <p:font typeface="Montserrat"/>
      <p:italic r:id="rId71"/>
    </p:embeddedFont>
    <p:embeddedFont>
      <p:font typeface="Tw Cen MT" panose="020B0602020104020603"/>
      <p:regular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font" Target="fonts/font6.fntdata"/><Relationship Id="rId71" Type="http://schemas.openxmlformats.org/officeDocument/2006/relationships/font" Target="fonts/font5.fntdata"/><Relationship Id="rId70" Type="http://schemas.openxmlformats.org/officeDocument/2006/relationships/font" Target="fonts/font4.fntdata"/><Relationship Id="rId7" Type="http://schemas.openxmlformats.org/officeDocument/2006/relationships/slide" Target="slides/slide4.xml"/><Relationship Id="rId69" Type="http://schemas.openxmlformats.org/officeDocument/2006/relationships/font" Target="fonts/font3.fntdata"/><Relationship Id="rId68" Type="http://schemas.openxmlformats.org/officeDocument/2006/relationships/font" Target="fonts/font2.fntdata"/><Relationship Id="rId67" Type="http://schemas.openxmlformats.org/officeDocument/2006/relationships/font" Target="fonts/font1.fntdata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</p:txBody>
      </p:sp>
      <p:sp>
        <p:nvSpPr>
          <p:cNvPr id="290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234C2B72-6E37-4B85-944D-DA2A0EF510CC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p>
            <a:endParaRPr lang="pt-BR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6BE3677B-DFC4-4F41-8982-348EFCA5F0DD}" type="slidenum">
              <a:rPr lang="pt-BR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5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Google Shape;4552;p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3" name="Google Shape;4553;p8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65" name="Shape 4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6" name="Google Shape;4566;p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7" name="Google Shape;4567;p8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81" name="Shape 4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" name="Google Shape;4582;p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3" name="Google Shape;4583;p8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3" name="Shape 4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4" name="Google Shape;4604;p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5" name="Google Shape;4605;p9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26" name="Shape 4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7" name="Google Shape;4627;p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8" name="Google Shape;4628;p9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48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50" name="Google Shape;4650;p9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00" name="Shape 4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1" name="Google Shape;4701;p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02" name="Google Shape;4702;p9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11" name="Shape 4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" name="Google Shape;4812;p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13" name="Google Shape;4813;p9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22" name="Shape 4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3" name="Google Shape;4923;p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24" name="Google Shape;4924;p9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65" name="Shape 4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" name="Google Shape;4966;p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7" name="Google Shape;4967;p9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98" name="Shape 4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9" name="Google Shape;4999;p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00" name="Google Shape;5000;p9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26" name="Shape 5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" name="Google Shape;5027;p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28" name="Google Shape;5028;p9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43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p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45" name="Google Shape;5045;p9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03" name="Shape 5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4" name="Google Shape;5104;p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5" name="Google Shape;5105;p10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97" name="Shape 5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8" name="Google Shape;5198;p1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99" name="Google Shape;5199;p10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63" name="Shape 5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4" name="Google Shape;5264;p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65" name="Google Shape;5265;p10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87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p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89" name="Google Shape;5289;p10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46" name="Shape 5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7" name="Google Shape;5347;p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48" name="Google Shape;5348;p10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12" name="Shape 5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3" name="Google Shape;5413;p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14" name="Google Shape;5414;p10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80" name="Shape 5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1" name="Google Shape;5481;p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82" name="Google Shape;5482;p10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48" name="Shape 5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9" name="Google Shape;5549;p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50" name="Google Shape;5550;p10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71" name="Shape 5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2" name="Google Shape;5572;p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73" name="Google Shape;5573;p10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94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5" name="Google Shape;5595;p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96" name="Google Shape;5596;p10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19" name="Shape 5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0" name="Google Shape;5620;p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21" name="Google Shape;5621;p1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46" name="Shape 5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7" name="Google Shape;5647;p1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48" name="Google Shape;5648;p1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55" name="Shape 5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6" name="Google Shape;5656;p1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57" name="Google Shape;5657;p1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80" name="Shape 5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1" name="Google Shape;5681;p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82" name="Google Shape;5682;p1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07" name="Shape 5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8" name="Google Shape;5708;p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09" name="Google Shape;5709;p1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16" name="Shape 5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7" name="Google Shape;5717;p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18" name="Google Shape;5718;p1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41" name="Shape 5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2" name="Google Shape;5742;p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43" name="Google Shape;5743;p1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68" name="Shape 5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9" name="Google Shape;5769;p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70" name="Google Shape;5770;p1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77" name="Shape 5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8" name="Google Shape;5778;p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79" name="Google Shape;5779;p1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02" name="Google Shape;5802;p1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25" name="Shape 5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" name="Google Shape;5826;p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27" name="Google Shape;5827;p1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52" name="Shape 5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3" name="Google Shape;5853;p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54" name="Google Shape;5854;p1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61" name="Shape 5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2" name="Google Shape;5862;p1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63" name="Google Shape;5863;p12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p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76" name="Google Shape;5876;p12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02" name="Shape 5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3" name="Google Shape;5903;p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04" name="Google Shape;5904;p12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32" name="Shape 5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3" name="Google Shape;5933;p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34" name="Google Shape;5934;p12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60" name="Shape 5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1" name="Google Shape;5961;p1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62" name="Google Shape;5962;p12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89" name="Shape 5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" name="Google Shape;5990;p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91" name="Google Shape;5991;p12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17" name="Shape 6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8" name="Google Shape;6018;p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19" name="Google Shape;6019;p12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47" name="Shape 6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8" name="Google Shape;6048;p1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9" name="Google Shape;6049;p12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75" name="Shape 6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Google Shape;6076;p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7" name="Google Shape;6077;p13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04" name="Shape 6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5" name="Google Shape;6105;p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06" name="Google Shape;6106;p13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31" name="Shape 6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2" name="Google Shape;6132;p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3" name="Google Shape;6133;p13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40" name="Shape 6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1" name="Google Shape;6141;p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42" name="Google Shape;6142;p13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69" name="Shape 6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0" name="Google Shape;6170;p1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71" name="Google Shape;6171;p13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02" name="Shape 6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3" name="Google Shape;6203;p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04" name="Google Shape;6204;p13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35" name="Shape 6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" name="Google Shape;6236;p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37" name="Google Shape;6237;p13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65" name="Shape 6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" name="Google Shape;6266;p1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7" name="Google Shape;6267;p13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96" name="Shape 6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" name="Google Shape;6297;p1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98" name="Google Shape;6298;p13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26" name="Shape 6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7" name="Google Shape;6327;p1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28" name="Google Shape;6328;p13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58" name="Shape 6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" name="Google Shape;6359;p1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60" name="Google Shape;6360;p14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90" name="Shape 6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1" name="Google Shape;6391;p1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92" name="Google Shape;6392;p14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21" name="Shape 6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2" name="Google Shape;6422;p1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23" name="Google Shape;6423;p14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51" name="Shape 6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" name="Google Shape;6452;p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53" name="Google Shape;6453;p14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81" name="Shape 6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2" name="Google Shape;6482;p1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83" name="Google Shape;6483;p14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m Branco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Slide de Título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e Conteúdo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Cabeçalho da Seção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uas Partes de Conteúdo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ção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mente Título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údo com Legenda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m com Legenda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e Texto Vertical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exto e Título Vertical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</p:spPr>
        <p:txBody>
          <a:bodyPr lIns="0" tIns="0" rIns="0" bIns="0" anchor="ctr"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pt-BR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2D86"/>
            </a:gs>
            <a:gs pos="100000">
              <a:srgbClr val="0E255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3359905" y="3717170"/>
            <a:ext cx="6476760" cy="18284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p>
            <a:pPr>
              <a:lnSpc>
                <a:spcPct val="100000"/>
              </a:lnSpc>
            </a:pPr>
            <a:r>
              <a:rPr lang="pt-BR" altLang="en-US" sz="6600" b="0" strike="noStrike" cap="all" spc="-1">
                <a:solidFill>
                  <a:srgbClr val="ACCBF9"/>
                </a:solidFill>
                <a:uFill>
                  <a:solidFill>
                    <a:srgbClr val="FFFFFF"/>
                  </a:solidFill>
                </a:uFill>
                <a:latin typeface="Tw Cen MT" panose="020B0602020104020603"/>
              </a:rPr>
              <a:t>Inteligência artificial</a:t>
            </a:r>
            <a:endParaRPr lang="pt-BR" altLang="en-US" sz="6600" b="0" strike="noStrike" cap="all" spc="-1">
              <a:solidFill>
                <a:srgbClr val="ACCBF9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6418920" y="2420280"/>
            <a:ext cx="4172400" cy="6854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pt-BR" sz="2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w Cen MT" panose="020B0602020104020603"/>
              </a:rPr>
              <a:t>Prof. Filipe Dwan Pereira</a:t>
            </a:r>
            <a:endParaRPr lang="pt-BR" sz="26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</p:txBody>
      </p:sp>
      <p:pic>
        <p:nvPicPr>
          <p:cNvPr id="139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27760" y="3285795"/>
            <a:ext cx="2285640" cy="2285640"/>
          </a:xfrm>
          <a:prstGeom prst="rect">
            <a:avLst/>
          </a:prstGeom>
          <a:ln>
            <a:noFill/>
          </a:ln>
        </p:spPr>
      </p:pic>
      <p:pic>
        <p:nvPicPr>
          <p:cNvPr id="140" name="Imagem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09160" y="1487520"/>
            <a:ext cx="3035520" cy="996480"/>
          </a:xfrm>
          <a:prstGeom prst="rect">
            <a:avLst/>
          </a:prstGeom>
          <a:ln>
            <a:noFill/>
          </a:ln>
        </p:spPr>
      </p:pic>
      <p:sp>
        <p:nvSpPr>
          <p:cNvPr id="4550" name="Google Shape;4550;p98"/>
          <p:cNvSpPr/>
          <p:nvPr/>
        </p:nvSpPr>
        <p:spPr>
          <a:xfrm>
            <a:off x="2352040" y="6021705"/>
            <a:ext cx="7183755" cy="70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Otimização por colônia de formigas</a:t>
            </a:r>
            <a:endParaRPr lang="pt-BR" sz="2800" b="1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926480" y="1600200"/>
            <a:ext cx="8363520" cy="4495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p>
            <a:r>
              <a:rPr lang="pt-BR" altLang="en-US" sz="2900" b="0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w Cen MT" panose="020B0602020104020603"/>
              </a:rPr>
              <a:t>Disclaimer:</a:t>
            </a:r>
            <a:endParaRPr lang="pt-BR" altLang="en-US" sz="2900" b="0" strike="noStrike" spc="-1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  <a:p>
            <a:endParaRPr lang="pt-BR" altLang="en-US" sz="2900" b="0" strike="noStrike" spc="-1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  <a:p>
            <a:pPr lvl="1"/>
            <a:r>
              <a:rPr lang="pt-BR" altLang="en-US" sz="2900" b="1" strike="noStrike" spc="-1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Tw Cen MT" panose="020B0602020104020603"/>
              </a:rPr>
              <a:t>Esta aula é baseada nos slides e materiais do professor Guilherme Matos - IA Expert Academy</a:t>
            </a:r>
            <a:r>
              <a:rPr lang="pt-BR" altLang="en-US" sz="2900" b="0" strike="noStrike" spc="-1">
                <a:solidFill>
                  <a:schemeClr val="tx2"/>
                </a:solidFill>
                <a:uFill>
                  <a:solidFill>
                    <a:srgbClr val="FFFFFF"/>
                  </a:solidFill>
                </a:uFill>
                <a:latin typeface="Tw Cen MT" panose="020B0602020104020603"/>
              </a:rPr>
              <a:t> </a:t>
            </a:r>
            <a:endParaRPr lang="en-US" sz="2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  <a:p>
            <a:pPr>
              <a:lnSpc>
                <a:spcPct val="100000"/>
              </a:lnSpc>
            </a:pPr>
            <a:endParaRPr lang="en-US" sz="29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w Cen MT" panose="020B06020201040206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54" name="Shape 4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" name="Google Shape;4556;p99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ANT COLONY OPTIMIZATION (ACO)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9" name="Google Shape;4559;p99"/>
          <p:cNvSpPr txBox="1"/>
          <p:nvPr/>
        </p:nvSpPr>
        <p:spPr>
          <a:xfrm>
            <a:off x="522906" y="2176342"/>
            <a:ext cx="4658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Algorithm proposed by Dorigo, in 1992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0" name="Google Shape;4560;p99"/>
          <p:cNvSpPr txBox="1"/>
          <p:nvPr/>
        </p:nvSpPr>
        <p:spPr>
          <a:xfrm>
            <a:off x="522907" y="2856068"/>
            <a:ext cx="50225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is based on the foraging behavior of ants in search for food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1" name="Google Shape;4561;p99"/>
          <p:cNvSpPr txBox="1"/>
          <p:nvPr/>
        </p:nvSpPr>
        <p:spPr>
          <a:xfrm>
            <a:off x="522906" y="3605223"/>
            <a:ext cx="50225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Ants communicate with pheromones, and they tend to follow pheromone trails (stygmergy)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evaporates with time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2" name="Google Shape;4562;p99"/>
          <p:cNvSpPr txBox="1"/>
          <p:nvPr/>
        </p:nvSpPr>
        <p:spPr>
          <a:xfrm>
            <a:off x="7991061" y="1594610"/>
            <a:ext cx="2160323" cy="36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Applications</a:t>
            </a: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3" name="Google Shape;4563;p99"/>
          <p:cNvSpPr txBox="1"/>
          <p:nvPr/>
        </p:nvSpPr>
        <p:spPr>
          <a:xfrm>
            <a:off x="7678955" y="2146466"/>
            <a:ext cx="337930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1.Internet routing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2.GPS systems</a:t>
            </a:r>
            <a:endParaRPr lang="pt-BR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3.Edge detection in images</a:t>
            </a: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4" name="Google Shape;4564;p99"/>
          <p:cNvSpPr txBox="1"/>
          <p:nvPr/>
        </p:nvSpPr>
        <p:spPr>
          <a:xfrm>
            <a:off x="522906" y="1594610"/>
            <a:ext cx="45316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Ant Colony Optimization (ACO)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68" name="Shape 4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Google Shape;4570;p100"/>
          <p:cNvSpPr/>
          <p:nvPr/>
        </p:nvSpPr>
        <p:spPr>
          <a:xfrm>
            <a:off x="2309410" y="278425"/>
            <a:ext cx="7573180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RELEASE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73" name="Google Shape;4573;p10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6326613">
            <a:off x="-756844" y="221923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4" name="Google Shape;4574;p10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6555">
            <a:off x="-637403" y="330586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5" name="Google Shape;4575;p10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6555">
            <a:off x="2379516" y="288950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6" name="Google Shape;4576;p10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6555">
            <a:off x="5322844" y="303135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7" name="Google Shape;4577;p10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6555">
            <a:off x="7893495" y="30389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8" name="Google Shape;4578;p10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17388" y="2436426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9" name="Google Shape;4579;p10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437761" y="2581582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0" name="Google Shape;4580;p10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76548" y="2540175"/>
            <a:ext cx="565785" cy="5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84" name="Shape 4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6" name="Google Shape;4586;p101"/>
          <p:cNvSpPr/>
          <p:nvPr/>
        </p:nvSpPr>
        <p:spPr>
          <a:xfrm>
            <a:off x="2309410" y="278425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EVAPORATION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89" name="Google Shape;4589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828424">
            <a:off x="3197417" y="227249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0" name="Google Shape;4590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6555">
            <a:off x="1364056" y="211611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1" name="Google Shape;4591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0330744">
            <a:off x="5571213" y="345491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2" name="Google Shape;4592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6925929">
            <a:off x="4963075" y="251173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3" name="Google Shape;4593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7787125">
            <a:off x="4698376" y="431387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4" name="Google Shape;4594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5400000">
            <a:off x="2858052" y="448315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5" name="Google Shape;4595;p10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5400000">
            <a:off x="1330744" y="425346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6" name="Google Shape;4596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10312" y="1690818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7" name="Google Shape;4597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22573" y="2980255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8" name="Google Shape;4598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7466" y="2055505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9" name="Google Shape;4599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08126" y="1930541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0" name="Google Shape;4600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20527" y="3701201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1" name="Google Shape;4601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837222" y="4001690"/>
            <a:ext cx="565785" cy="50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2" name="Google Shape;4602;p10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06564" y="3773898"/>
            <a:ext cx="565785" cy="50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5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6" name="Shape 4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" name="Google Shape;4608;p10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11" name="Google Shape;4611;p102"/>
          <p:cNvGrpSpPr/>
          <p:nvPr/>
        </p:nvGrpSpPr>
        <p:grpSpPr>
          <a:xfrm>
            <a:off x="5256964" y="2796812"/>
            <a:ext cx="2017180" cy="1825788"/>
            <a:chOff x="5521044" y="1541880"/>
            <a:chExt cx="2278733" cy="2160326"/>
          </a:xfrm>
        </p:grpSpPr>
        <p:sp>
          <p:nvSpPr>
            <p:cNvPr id="4612" name="Google Shape;4612;p102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613" name="Google Shape;4613;p102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614" name="Google Shape;4614;p102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15" name="Google Shape;4615;p102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16" name="Google Shape;4616;p102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17" name="Google Shape;4617;p102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618" name="Google Shape;4618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864076">
            <a:off x="4702462" y="40523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9" name="Google Shape;4619;p102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19459" y="1909291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620" name="Google Shape;4620;p102"/>
          <p:cNvSpPr txBox="1"/>
          <p:nvPr/>
        </p:nvSpPr>
        <p:spPr>
          <a:xfrm>
            <a:off x="2316648" y="1724625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621" name="Google Shape;4621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666607">
            <a:off x="4732695" y="359982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2" name="Google Shape;4622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6034023">
            <a:off x="5425868" y="428323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3" name="Google Shape;4623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194200">
            <a:off x="7094312" y="367803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4" name="Google Shape;4624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7011960" y="416101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5" name="Google Shape;4625;p10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0264">
            <a:off x="6383809" y="4351008"/>
            <a:ext cx="678729" cy="678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29" name="Shape 4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4" name="Google Shape;4634;p103"/>
          <p:cNvGrpSpPr/>
          <p:nvPr/>
        </p:nvGrpSpPr>
        <p:grpSpPr>
          <a:xfrm>
            <a:off x="5256964" y="2796812"/>
            <a:ext cx="2017180" cy="1825788"/>
            <a:chOff x="5521044" y="1541880"/>
            <a:chExt cx="2278733" cy="2160326"/>
          </a:xfrm>
        </p:grpSpPr>
        <p:sp>
          <p:nvSpPr>
            <p:cNvPr id="4635" name="Google Shape;4635;p103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636" name="Google Shape;4636;p103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637" name="Google Shape;4637;p103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38" name="Google Shape;4638;p103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39" name="Google Shape;4639;p103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40" name="Google Shape;4640;p103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641" name="Google Shape;4641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864076">
            <a:off x="4702462" y="405233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2" name="Google Shape;4642;p103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19459" y="1909291"/>
            <a:ext cx="1177233" cy="117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3" name="Google Shape;4643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666607">
            <a:off x="4732695" y="359982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4" name="Google Shape;4644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6034023">
            <a:off x="5425868" y="4283235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5" name="Google Shape;4645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194200">
            <a:off x="7094312" y="367803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6" name="Google Shape;4646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7011960" y="416101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7" name="Google Shape;4647;p10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0264">
            <a:off x="6383809" y="435100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608" name="Google Shape;4608;p10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1" name="Shape 4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6" name="Google Shape;4656;p104"/>
          <p:cNvGrpSpPr/>
          <p:nvPr/>
        </p:nvGrpSpPr>
        <p:grpSpPr>
          <a:xfrm>
            <a:off x="5028364" y="2386887"/>
            <a:ext cx="2017180" cy="1825788"/>
            <a:chOff x="5521044" y="1541880"/>
            <a:chExt cx="2278733" cy="2160326"/>
          </a:xfrm>
        </p:grpSpPr>
        <p:sp>
          <p:nvSpPr>
            <p:cNvPr id="4657" name="Google Shape;4657;p104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658" name="Google Shape;4658;p104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659" name="Google Shape;4659;p104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60" name="Google Shape;4660;p104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61" name="Google Shape;4661;p104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662" name="Google Shape;4662;p104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663" name="Google Shape;4663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864076">
            <a:off x="663827" y="286056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4" name="Google Shape;4664;p104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90859" y="1499366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665" name="Google Shape;4665;p104"/>
          <p:cNvSpPr txBox="1"/>
          <p:nvPr/>
        </p:nvSpPr>
        <p:spPr>
          <a:xfrm>
            <a:off x="2088048" y="1314700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666" name="Google Shape;4666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666607">
            <a:off x="2917693" y="1680684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7" name="Google Shape;4667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6034023">
            <a:off x="1244184" y="479849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8" name="Google Shape;4668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194200">
            <a:off x="8677930" y="174861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9" name="Google Shape;4669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10046178" y="316364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0" name="Google Shape;4670;p10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750264">
            <a:off x="8008087" y="4671530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671" name="Google Shape;4671;p104"/>
          <p:cNvSpPr/>
          <p:nvPr/>
        </p:nvSpPr>
        <p:spPr>
          <a:xfrm>
            <a:off x="3595424" y="2133379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2" name="Google Shape;4672;p104"/>
          <p:cNvSpPr/>
          <p:nvPr/>
        </p:nvSpPr>
        <p:spPr>
          <a:xfrm>
            <a:off x="3994092" y="2477925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3" name="Google Shape;4673;p104"/>
          <p:cNvSpPr/>
          <p:nvPr/>
        </p:nvSpPr>
        <p:spPr>
          <a:xfrm>
            <a:off x="4337956" y="2837171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4" name="Google Shape;4674;p104"/>
          <p:cNvSpPr/>
          <p:nvPr/>
        </p:nvSpPr>
        <p:spPr>
          <a:xfrm>
            <a:off x="4790487" y="3124480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5" name="Google Shape;4675;p104"/>
          <p:cNvSpPr/>
          <p:nvPr/>
        </p:nvSpPr>
        <p:spPr>
          <a:xfrm>
            <a:off x="3451808" y="3612750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6" name="Google Shape;4676;p104"/>
          <p:cNvSpPr/>
          <p:nvPr/>
        </p:nvSpPr>
        <p:spPr>
          <a:xfrm>
            <a:off x="2846338" y="3483198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7" name="Google Shape;4677;p104"/>
          <p:cNvSpPr/>
          <p:nvPr/>
        </p:nvSpPr>
        <p:spPr>
          <a:xfrm>
            <a:off x="3958948" y="3702432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8" name="Google Shape;4678;p104"/>
          <p:cNvSpPr/>
          <p:nvPr/>
        </p:nvSpPr>
        <p:spPr>
          <a:xfrm>
            <a:off x="2256612" y="3346203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9" name="Google Shape;4679;p104"/>
          <p:cNvSpPr/>
          <p:nvPr/>
        </p:nvSpPr>
        <p:spPr>
          <a:xfrm>
            <a:off x="1534937" y="3241546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0" name="Google Shape;4680;p104"/>
          <p:cNvSpPr/>
          <p:nvPr/>
        </p:nvSpPr>
        <p:spPr>
          <a:xfrm>
            <a:off x="4615057" y="3804625"/>
            <a:ext cx="263898" cy="240012"/>
          </a:xfrm>
          <a:prstGeom prst="ellipse">
            <a:avLst/>
          </a:prstGeom>
          <a:solidFill>
            <a:srgbClr val="FEE599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1" name="Google Shape;4681;p104"/>
          <p:cNvSpPr/>
          <p:nvPr/>
        </p:nvSpPr>
        <p:spPr>
          <a:xfrm>
            <a:off x="7584911" y="3782155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2" name="Google Shape;4682;p104"/>
          <p:cNvSpPr/>
          <p:nvPr/>
        </p:nvSpPr>
        <p:spPr>
          <a:xfrm>
            <a:off x="7045544" y="3913354"/>
            <a:ext cx="263898" cy="240012"/>
          </a:xfrm>
          <a:prstGeom prst="ellipse">
            <a:avLst/>
          </a:prstGeom>
          <a:solidFill>
            <a:srgbClr val="FEE599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3" name="Google Shape;4683;p104"/>
          <p:cNvSpPr/>
          <p:nvPr/>
        </p:nvSpPr>
        <p:spPr>
          <a:xfrm>
            <a:off x="8124786" y="2213022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4" name="Google Shape;4684;p104"/>
          <p:cNvSpPr/>
          <p:nvPr/>
        </p:nvSpPr>
        <p:spPr>
          <a:xfrm>
            <a:off x="7653075" y="2563631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5" name="Google Shape;4685;p104"/>
          <p:cNvSpPr/>
          <p:nvPr/>
        </p:nvSpPr>
        <p:spPr>
          <a:xfrm>
            <a:off x="7223131" y="3001534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6" name="Google Shape;4686;p104"/>
          <p:cNvSpPr/>
          <p:nvPr/>
        </p:nvSpPr>
        <p:spPr>
          <a:xfrm>
            <a:off x="6845444" y="3426854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7" name="Google Shape;4687;p104"/>
          <p:cNvSpPr/>
          <p:nvPr/>
        </p:nvSpPr>
        <p:spPr>
          <a:xfrm>
            <a:off x="2185559" y="4888705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8" name="Google Shape;4688;p104"/>
          <p:cNvSpPr/>
          <p:nvPr/>
        </p:nvSpPr>
        <p:spPr>
          <a:xfrm>
            <a:off x="7584911" y="4750988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9" name="Google Shape;4689;p104"/>
          <p:cNvSpPr/>
          <p:nvPr/>
        </p:nvSpPr>
        <p:spPr>
          <a:xfrm>
            <a:off x="6977393" y="4526602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0" name="Google Shape;4690;p104"/>
          <p:cNvSpPr/>
          <p:nvPr/>
        </p:nvSpPr>
        <p:spPr>
          <a:xfrm>
            <a:off x="6444406" y="4153366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1" name="Google Shape;4691;p104"/>
          <p:cNvSpPr/>
          <p:nvPr/>
        </p:nvSpPr>
        <p:spPr>
          <a:xfrm>
            <a:off x="2804194" y="4709417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2" name="Google Shape;4692;p104"/>
          <p:cNvSpPr/>
          <p:nvPr/>
        </p:nvSpPr>
        <p:spPr>
          <a:xfrm>
            <a:off x="3427283" y="4552376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3" name="Google Shape;4693;p104"/>
          <p:cNvSpPr/>
          <p:nvPr/>
        </p:nvSpPr>
        <p:spPr>
          <a:xfrm>
            <a:off x="5108489" y="4185977"/>
            <a:ext cx="263898" cy="240012"/>
          </a:xfrm>
          <a:prstGeom prst="ellipse">
            <a:avLst/>
          </a:prstGeom>
          <a:solidFill>
            <a:srgbClr val="FEE599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4" name="Google Shape;4694;p104"/>
          <p:cNvSpPr/>
          <p:nvPr/>
        </p:nvSpPr>
        <p:spPr>
          <a:xfrm>
            <a:off x="8723456" y="4018796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5" name="Google Shape;4695;p104"/>
          <p:cNvSpPr/>
          <p:nvPr/>
        </p:nvSpPr>
        <p:spPr>
          <a:xfrm>
            <a:off x="8192429" y="3782155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6" name="Google Shape;4696;p104"/>
          <p:cNvSpPr/>
          <p:nvPr/>
        </p:nvSpPr>
        <p:spPr>
          <a:xfrm>
            <a:off x="9243862" y="4153366"/>
            <a:ext cx="263898" cy="240012"/>
          </a:xfrm>
          <a:prstGeom prst="ellipse">
            <a:avLst/>
          </a:prstGeom>
          <a:solidFill>
            <a:srgbClr val="BF9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7" name="Google Shape;4697;p104"/>
          <p:cNvSpPr/>
          <p:nvPr/>
        </p:nvSpPr>
        <p:spPr>
          <a:xfrm>
            <a:off x="9782280" y="3852762"/>
            <a:ext cx="263898" cy="240012"/>
          </a:xfrm>
          <a:prstGeom prst="ellipse">
            <a:avLst/>
          </a:prstGeom>
          <a:solidFill>
            <a:srgbClr val="7F6000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8" name="Google Shape;4698;p104"/>
          <p:cNvSpPr/>
          <p:nvPr/>
        </p:nvSpPr>
        <p:spPr>
          <a:xfrm>
            <a:off x="4574444" y="4312364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9" name="Google Shape;4699;p104"/>
          <p:cNvSpPr/>
          <p:nvPr/>
        </p:nvSpPr>
        <p:spPr>
          <a:xfrm>
            <a:off x="4019041" y="4468024"/>
            <a:ext cx="263898" cy="240012"/>
          </a:xfrm>
          <a:prstGeom prst="ellipse">
            <a:avLst/>
          </a:prstGeom>
          <a:solidFill>
            <a:srgbClr val="FFD966"/>
          </a:solidFill>
          <a:ln w="127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08" name="Google Shape;4608;p10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3" name="Shape 4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8" name="Google Shape;4708;p105"/>
          <p:cNvGrpSpPr/>
          <p:nvPr/>
        </p:nvGrpSpPr>
        <p:grpSpPr>
          <a:xfrm>
            <a:off x="4780801" y="2066139"/>
            <a:ext cx="2017180" cy="1825788"/>
            <a:chOff x="5521044" y="1541880"/>
            <a:chExt cx="2278733" cy="2160326"/>
          </a:xfrm>
        </p:grpSpPr>
        <p:sp>
          <p:nvSpPr>
            <p:cNvPr id="4709" name="Google Shape;4709;p105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710" name="Google Shape;4710;p105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711" name="Google Shape;4711;p105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712" name="Google Shape;4712;p105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713" name="Google Shape;4713;p105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714" name="Google Shape;4714;p105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715" name="Google Shape;4715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199830">
            <a:off x="4068801" y="312431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6" name="Google Shape;4716;p105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43296" y="1178618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17" name="Google Shape;4717;p105"/>
          <p:cNvSpPr txBox="1"/>
          <p:nvPr/>
        </p:nvSpPr>
        <p:spPr>
          <a:xfrm>
            <a:off x="1840485" y="993952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718" name="Google Shape;4718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7160893">
            <a:off x="4157503" y="2453568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9" name="Google Shape;4719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861399">
            <a:off x="5073568" y="361187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0" name="Google Shape;4720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7144147">
            <a:off x="6523415" y="300317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1" name="Google Shape;4721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565258">
            <a:off x="6458610" y="343803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2" name="Google Shape;4722;p10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256969">
            <a:off x="5797602" y="348597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723" name="Google Shape;4723;p105"/>
          <p:cNvSpPr/>
          <p:nvPr/>
        </p:nvSpPr>
        <p:spPr>
          <a:xfrm>
            <a:off x="3968837" y="2357627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4" name="Google Shape;4724;p105"/>
          <p:cNvSpPr/>
          <p:nvPr/>
        </p:nvSpPr>
        <p:spPr>
          <a:xfrm>
            <a:off x="3752937" y="2054150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5" name="Google Shape;4725;p105"/>
          <p:cNvSpPr/>
          <p:nvPr/>
        </p:nvSpPr>
        <p:spPr>
          <a:xfrm>
            <a:off x="3270337" y="1887806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6" name="Google Shape;4726;p105"/>
          <p:cNvSpPr/>
          <p:nvPr/>
        </p:nvSpPr>
        <p:spPr>
          <a:xfrm>
            <a:off x="2736937" y="1836940"/>
            <a:ext cx="469900" cy="64812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7" name="Google Shape;4727;p105"/>
          <p:cNvSpPr/>
          <p:nvPr/>
        </p:nvSpPr>
        <p:spPr>
          <a:xfrm>
            <a:off x="2676060" y="1977952"/>
            <a:ext cx="124377" cy="343356"/>
          </a:xfrm>
          <a:custGeom>
            <a:avLst/>
            <a:gdLst/>
            <a:ahLst/>
            <a:cxnLst/>
            <a:rect l="l" t="t" r="r" b="b"/>
            <a:pathLst>
              <a:path w="124377" h="343356" extrusionOk="0">
                <a:moveTo>
                  <a:pt x="48177" y="0"/>
                </a:moveTo>
                <a:cubicBezTo>
                  <a:pt x="35477" y="21167"/>
                  <a:pt x="12661" y="38951"/>
                  <a:pt x="10077" y="63500"/>
                </a:cubicBezTo>
                <a:cubicBezTo>
                  <a:pt x="-9984" y="254084"/>
                  <a:pt x="-1487" y="192489"/>
                  <a:pt x="48177" y="279400"/>
                </a:cubicBezTo>
                <a:cubicBezTo>
                  <a:pt x="80390" y="335774"/>
                  <a:pt x="55032" y="328739"/>
                  <a:pt x="111677" y="342900"/>
                </a:cubicBezTo>
                <a:cubicBezTo>
                  <a:pt x="115784" y="343927"/>
                  <a:pt x="120144" y="342900"/>
                  <a:pt x="124377" y="3429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8" name="Google Shape;4728;p105"/>
          <p:cNvSpPr/>
          <p:nvPr/>
        </p:nvSpPr>
        <p:spPr>
          <a:xfrm>
            <a:off x="2838537" y="238435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9" name="Google Shape;4729;p105"/>
          <p:cNvSpPr/>
          <p:nvPr/>
        </p:nvSpPr>
        <p:spPr>
          <a:xfrm>
            <a:off x="3283037" y="252189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0" name="Google Shape;4730;p105"/>
          <p:cNvSpPr/>
          <p:nvPr/>
        </p:nvSpPr>
        <p:spPr>
          <a:xfrm rot="-888150">
            <a:off x="3767706" y="269763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1" name="Google Shape;4731;p105"/>
          <p:cNvSpPr/>
          <p:nvPr/>
        </p:nvSpPr>
        <p:spPr>
          <a:xfrm rot="-1509002">
            <a:off x="3749274" y="3089561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2" name="Google Shape;4732;p105"/>
          <p:cNvSpPr/>
          <p:nvPr/>
        </p:nvSpPr>
        <p:spPr>
          <a:xfrm rot="-1509002">
            <a:off x="3414561" y="2976744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3" name="Google Shape;4733;p105"/>
          <p:cNvSpPr/>
          <p:nvPr/>
        </p:nvSpPr>
        <p:spPr>
          <a:xfrm rot="-1509002">
            <a:off x="2877766" y="2989600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4" name="Google Shape;4734;p105"/>
          <p:cNvSpPr/>
          <p:nvPr/>
        </p:nvSpPr>
        <p:spPr>
          <a:xfrm rot="10385278" flipH="1">
            <a:off x="2357904" y="3081797"/>
            <a:ext cx="469900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5" name="Google Shape;4735;p105"/>
          <p:cNvSpPr/>
          <p:nvPr/>
        </p:nvSpPr>
        <p:spPr>
          <a:xfrm rot="-1509002">
            <a:off x="1093657" y="327679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6" name="Google Shape;4736;p105"/>
          <p:cNvSpPr/>
          <p:nvPr/>
        </p:nvSpPr>
        <p:spPr>
          <a:xfrm rot="-1509002">
            <a:off x="3179611" y="3537448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7" name="Google Shape;4737;p105"/>
          <p:cNvSpPr/>
          <p:nvPr/>
        </p:nvSpPr>
        <p:spPr>
          <a:xfrm rot="-2004045">
            <a:off x="3647666" y="343935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8" name="Google Shape;4738;p105"/>
          <p:cNvSpPr/>
          <p:nvPr/>
        </p:nvSpPr>
        <p:spPr>
          <a:xfrm rot="600907">
            <a:off x="1935581" y="3105137"/>
            <a:ext cx="317500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39" name="Google Shape;4739;p105"/>
          <p:cNvSpPr/>
          <p:nvPr/>
        </p:nvSpPr>
        <p:spPr>
          <a:xfrm rot="-1509002">
            <a:off x="1363795" y="380948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0" name="Google Shape;4740;p105"/>
          <p:cNvSpPr/>
          <p:nvPr/>
        </p:nvSpPr>
        <p:spPr>
          <a:xfrm rot="-2528488">
            <a:off x="2748191" y="3618711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1" name="Google Shape;4741;p105"/>
          <p:cNvSpPr/>
          <p:nvPr/>
        </p:nvSpPr>
        <p:spPr>
          <a:xfrm rot="-1509002">
            <a:off x="2308117" y="3722923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2" name="Google Shape;4742;p105"/>
          <p:cNvSpPr/>
          <p:nvPr/>
        </p:nvSpPr>
        <p:spPr>
          <a:xfrm rot="-2322972">
            <a:off x="1492625" y="320225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3" name="Google Shape;4743;p105"/>
          <p:cNvSpPr/>
          <p:nvPr/>
        </p:nvSpPr>
        <p:spPr>
          <a:xfrm rot="-1509002">
            <a:off x="852201" y="3784733"/>
            <a:ext cx="381000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4" name="Google Shape;4744;p105"/>
          <p:cNvSpPr/>
          <p:nvPr/>
        </p:nvSpPr>
        <p:spPr>
          <a:xfrm rot="2100546">
            <a:off x="512133" y="359994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5" name="Google Shape;4745;p105"/>
          <p:cNvSpPr/>
          <p:nvPr/>
        </p:nvSpPr>
        <p:spPr>
          <a:xfrm rot="9343771">
            <a:off x="648728" y="333868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6" name="Google Shape;4746;p105"/>
          <p:cNvSpPr/>
          <p:nvPr/>
        </p:nvSpPr>
        <p:spPr>
          <a:xfrm rot="-1509002">
            <a:off x="1836606" y="376788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7" name="Google Shape;4747;p105"/>
          <p:cNvSpPr/>
          <p:nvPr/>
        </p:nvSpPr>
        <p:spPr>
          <a:xfrm rot="2109909" flipH="1">
            <a:off x="7247480" y="3504904"/>
            <a:ext cx="263912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8" name="Google Shape;4748;p105"/>
          <p:cNvSpPr/>
          <p:nvPr/>
        </p:nvSpPr>
        <p:spPr>
          <a:xfrm rot="2109909" flipH="1">
            <a:off x="7650892" y="3455435"/>
            <a:ext cx="224325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9" name="Google Shape;4749;p105"/>
          <p:cNvSpPr/>
          <p:nvPr/>
        </p:nvSpPr>
        <p:spPr>
          <a:xfrm rot="2109909" flipH="1">
            <a:off x="8037790" y="3547953"/>
            <a:ext cx="395867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0" name="Google Shape;4750;p105"/>
          <p:cNvSpPr/>
          <p:nvPr/>
        </p:nvSpPr>
        <p:spPr>
          <a:xfrm rot="-9784371">
            <a:off x="8466676" y="3721870"/>
            <a:ext cx="488236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1" name="Google Shape;4751;p105"/>
          <p:cNvSpPr/>
          <p:nvPr/>
        </p:nvSpPr>
        <p:spPr>
          <a:xfrm rot="2109909" flipH="1">
            <a:off x="9809194" y="4140858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2" name="Google Shape;4752;p105"/>
          <p:cNvSpPr/>
          <p:nvPr/>
        </p:nvSpPr>
        <p:spPr>
          <a:xfrm rot="2109909" flipH="1">
            <a:off x="7627770" y="4034776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3" name="Google Shape;4753;p105"/>
          <p:cNvSpPr/>
          <p:nvPr/>
        </p:nvSpPr>
        <p:spPr>
          <a:xfrm rot="2604952" flipH="1">
            <a:off x="7166588" y="3856774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4" name="Google Shape;4754;p105"/>
          <p:cNvSpPr/>
          <p:nvPr/>
        </p:nvSpPr>
        <p:spPr>
          <a:xfrm flipH="1">
            <a:off x="9047676" y="3831211"/>
            <a:ext cx="329889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5" name="Google Shape;4755;p105"/>
          <p:cNvSpPr/>
          <p:nvPr/>
        </p:nvSpPr>
        <p:spPr>
          <a:xfrm rot="2109909" flipH="1">
            <a:off x="9436539" y="4618450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6" name="Google Shape;4756;p105"/>
          <p:cNvSpPr/>
          <p:nvPr/>
        </p:nvSpPr>
        <p:spPr>
          <a:xfrm rot="3129395" flipH="1">
            <a:off x="8061945" y="4186607"/>
            <a:ext cx="381000" cy="171542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7" name="Google Shape;4757;p105"/>
          <p:cNvSpPr/>
          <p:nvPr/>
        </p:nvSpPr>
        <p:spPr>
          <a:xfrm rot="2109909" flipH="1">
            <a:off x="8485960" y="4368985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8" name="Google Shape;4758;p105"/>
          <p:cNvSpPr/>
          <p:nvPr/>
        </p:nvSpPr>
        <p:spPr>
          <a:xfrm rot="2923879" flipH="1">
            <a:off x="9421877" y="3994854"/>
            <a:ext cx="381000" cy="171542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59" name="Google Shape;4759;p105"/>
          <p:cNvSpPr/>
          <p:nvPr/>
        </p:nvSpPr>
        <p:spPr>
          <a:xfrm rot="2109909" flipH="1">
            <a:off x="9964123" y="4683019"/>
            <a:ext cx="395867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0" name="Google Shape;4760;p105"/>
          <p:cNvSpPr/>
          <p:nvPr/>
        </p:nvSpPr>
        <p:spPr>
          <a:xfrm rot="-1499639" flipH="1">
            <a:off x="10345813" y="4560216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1" name="Google Shape;4761;p105"/>
          <p:cNvSpPr/>
          <p:nvPr/>
        </p:nvSpPr>
        <p:spPr>
          <a:xfrm rot="-8742864" flipH="1">
            <a:off x="10253258" y="4279182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2" name="Google Shape;4762;p105"/>
          <p:cNvSpPr/>
          <p:nvPr/>
        </p:nvSpPr>
        <p:spPr>
          <a:xfrm rot="2109909" flipH="1">
            <a:off x="8960280" y="4495258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3" name="Google Shape;4763;p105"/>
          <p:cNvSpPr/>
          <p:nvPr/>
        </p:nvSpPr>
        <p:spPr>
          <a:xfrm rot="303414" flipH="1">
            <a:off x="7143466" y="2894197"/>
            <a:ext cx="241236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4" name="Google Shape;4764;p105"/>
          <p:cNvSpPr/>
          <p:nvPr/>
        </p:nvSpPr>
        <p:spPr>
          <a:xfrm rot="303414" flipH="1">
            <a:off x="7436572" y="2676446"/>
            <a:ext cx="20505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5" name="Google Shape;4765;p105"/>
          <p:cNvSpPr/>
          <p:nvPr/>
        </p:nvSpPr>
        <p:spPr>
          <a:xfrm rot="303414" flipH="1">
            <a:off x="7749988" y="2547374"/>
            <a:ext cx="361854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6" name="Google Shape;4766;p105"/>
          <p:cNvSpPr/>
          <p:nvPr/>
        </p:nvSpPr>
        <p:spPr>
          <a:xfrm rot="10009134">
            <a:off x="8155982" y="2483942"/>
            <a:ext cx="446286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7" name="Google Shape;4767;p105"/>
          <p:cNvSpPr/>
          <p:nvPr/>
        </p:nvSpPr>
        <p:spPr>
          <a:xfrm rot="303414" flipH="1">
            <a:off x="9454206" y="224640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8" name="Google Shape;4768;p105"/>
          <p:cNvSpPr/>
          <p:nvPr/>
        </p:nvSpPr>
        <p:spPr>
          <a:xfrm rot="303414" flipH="1">
            <a:off x="7676031" y="3154892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69" name="Google Shape;4769;p105"/>
          <p:cNvSpPr/>
          <p:nvPr/>
        </p:nvSpPr>
        <p:spPr>
          <a:xfrm rot="798457" flipH="1">
            <a:off x="7222059" y="3212374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0" name="Google Shape;4770;p105"/>
          <p:cNvSpPr/>
          <p:nvPr/>
        </p:nvSpPr>
        <p:spPr>
          <a:xfrm rot="-1806495" flipH="1">
            <a:off x="8691236" y="2345410"/>
            <a:ext cx="301545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1" name="Google Shape;4771;p105"/>
          <p:cNvSpPr/>
          <p:nvPr/>
        </p:nvSpPr>
        <p:spPr>
          <a:xfrm rot="303414" flipH="1">
            <a:off x="9399106" y="283043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2" name="Google Shape;4772;p105"/>
          <p:cNvSpPr/>
          <p:nvPr/>
        </p:nvSpPr>
        <p:spPr>
          <a:xfrm rot="1322900" flipH="1">
            <a:off x="8081682" y="3097498"/>
            <a:ext cx="381000" cy="15680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3" name="Google Shape;4773;p105"/>
          <p:cNvSpPr/>
          <p:nvPr/>
        </p:nvSpPr>
        <p:spPr>
          <a:xfrm rot="303414" flipH="1">
            <a:off x="8522295" y="3050501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4" name="Google Shape;4774;p105"/>
          <p:cNvSpPr/>
          <p:nvPr/>
        </p:nvSpPr>
        <p:spPr>
          <a:xfrm rot="1117384" flipH="1">
            <a:off x="9060858" y="2308042"/>
            <a:ext cx="381000" cy="15680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5" name="Google Shape;4775;p105"/>
          <p:cNvSpPr/>
          <p:nvPr/>
        </p:nvSpPr>
        <p:spPr>
          <a:xfrm rot="303414" flipH="1">
            <a:off x="9849642" y="2644119"/>
            <a:ext cx="361854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6" name="Google Shape;4776;p105"/>
          <p:cNvSpPr/>
          <p:nvPr/>
        </p:nvSpPr>
        <p:spPr>
          <a:xfrm rot="-3306134" flipH="1">
            <a:off x="10088902" y="236312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7" name="Google Shape;4777;p105"/>
          <p:cNvSpPr/>
          <p:nvPr/>
        </p:nvSpPr>
        <p:spPr>
          <a:xfrm rot="-10549359" flipH="1">
            <a:off x="9874737" y="2162448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8" name="Google Shape;4778;p105"/>
          <p:cNvSpPr/>
          <p:nvPr/>
        </p:nvSpPr>
        <p:spPr>
          <a:xfrm rot="303414" flipH="1">
            <a:off x="8960707" y="294224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79" name="Google Shape;4779;p105"/>
          <p:cNvSpPr/>
          <p:nvPr/>
        </p:nvSpPr>
        <p:spPr>
          <a:xfrm rot="-2109909">
            <a:off x="4735525" y="3858508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0" name="Google Shape;4780;p105"/>
          <p:cNvSpPr/>
          <p:nvPr/>
        </p:nvSpPr>
        <p:spPr>
          <a:xfrm rot="-2109909">
            <a:off x="4385364" y="3809039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1" name="Google Shape;4781;p105"/>
          <p:cNvSpPr/>
          <p:nvPr/>
        </p:nvSpPr>
        <p:spPr>
          <a:xfrm rot="-2109909">
            <a:off x="3847896" y="3901557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2" name="Google Shape;4782;p105"/>
          <p:cNvSpPr/>
          <p:nvPr/>
        </p:nvSpPr>
        <p:spPr>
          <a:xfrm rot="9784371" flipH="1">
            <a:off x="3346217" y="4075474"/>
            <a:ext cx="469900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3" name="Google Shape;4783;p105"/>
          <p:cNvSpPr/>
          <p:nvPr/>
        </p:nvSpPr>
        <p:spPr>
          <a:xfrm rot="-2109909">
            <a:off x="2143019" y="449446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4" name="Google Shape;4784;p105"/>
          <p:cNvSpPr/>
          <p:nvPr/>
        </p:nvSpPr>
        <p:spPr>
          <a:xfrm rot="-2109909">
            <a:off x="4242517" y="438838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5" name="Google Shape;4785;p105"/>
          <p:cNvSpPr/>
          <p:nvPr/>
        </p:nvSpPr>
        <p:spPr>
          <a:xfrm rot="-2604952">
            <a:off x="4686379" y="4210378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6" name="Google Shape;4786;p105"/>
          <p:cNvSpPr/>
          <p:nvPr/>
        </p:nvSpPr>
        <p:spPr>
          <a:xfrm>
            <a:off x="2939438" y="4184815"/>
            <a:ext cx="317500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7" name="Google Shape;4787;p105"/>
          <p:cNvSpPr/>
          <p:nvPr/>
        </p:nvSpPr>
        <p:spPr>
          <a:xfrm rot="-2109909">
            <a:off x="2501679" y="497205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8" name="Google Shape;4788;p105"/>
          <p:cNvSpPr/>
          <p:nvPr/>
        </p:nvSpPr>
        <p:spPr>
          <a:xfrm rot="-3129395">
            <a:off x="3831803" y="454343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89" name="Google Shape;4789;p105"/>
          <p:cNvSpPr/>
          <p:nvPr/>
        </p:nvSpPr>
        <p:spPr>
          <a:xfrm rot="-2109909">
            <a:off x="3416558" y="472258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0" name="Google Shape;4790;p105"/>
          <p:cNvSpPr/>
          <p:nvPr/>
        </p:nvSpPr>
        <p:spPr>
          <a:xfrm rot="-2923879">
            <a:off x="2522945" y="435167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1" name="Google Shape;4791;p105"/>
          <p:cNvSpPr/>
          <p:nvPr/>
        </p:nvSpPr>
        <p:spPr>
          <a:xfrm rot="-2109909">
            <a:off x="1993909" y="5036623"/>
            <a:ext cx="381000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2" name="Google Shape;4792;p105"/>
          <p:cNvSpPr/>
          <p:nvPr/>
        </p:nvSpPr>
        <p:spPr>
          <a:xfrm rot="1499639">
            <a:off x="1626554" y="491382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3" name="Google Shape;4793;p105"/>
          <p:cNvSpPr/>
          <p:nvPr/>
        </p:nvSpPr>
        <p:spPr>
          <a:xfrm rot="8742864">
            <a:off x="1715633" y="4632786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4" name="Google Shape;4794;p105"/>
          <p:cNvSpPr/>
          <p:nvPr/>
        </p:nvSpPr>
        <p:spPr>
          <a:xfrm rot="-2109909">
            <a:off x="2960051" y="484886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5" name="Google Shape;4795;p105"/>
          <p:cNvSpPr/>
          <p:nvPr/>
        </p:nvSpPr>
        <p:spPr>
          <a:xfrm rot="-10526176">
            <a:off x="6375033" y="4220952"/>
            <a:ext cx="203374" cy="270741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6" name="Google Shape;4796;p105"/>
          <p:cNvSpPr/>
          <p:nvPr/>
        </p:nvSpPr>
        <p:spPr>
          <a:xfrm rot="-10526176">
            <a:off x="6581176" y="4460861"/>
            <a:ext cx="172868" cy="256576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7" name="Google Shape;4797;p105"/>
          <p:cNvSpPr/>
          <p:nvPr/>
        </p:nvSpPr>
        <p:spPr>
          <a:xfrm rot="-10526176">
            <a:off x="6818449" y="4722812"/>
            <a:ext cx="305061" cy="142374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8" name="Google Shape;4798;p105"/>
          <p:cNvSpPr/>
          <p:nvPr/>
        </p:nvSpPr>
        <p:spPr>
          <a:xfrm rot="1368104" flipH="1">
            <a:off x="7157788" y="4874042"/>
            <a:ext cx="376241" cy="83192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9" name="Google Shape;4799;p105"/>
          <p:cNvSpPr/>
          <p:nvPr/>
        </p:nvSpPr>
        <p:spPr>
          <a:xfrm rot="-10526176">
            <a:off x="8258888" y="5113110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0" name="Google Shape;4800;p105"/>
          <p:cNvSpPr/>
          <p:nvPr/>
        </p:nvSpPr>
        <p:spPr>
          <a:xfrm rot="-10526176">
            <a:off x="6897553" y="4121079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1" name="Google Shape;4801;p105"/>
          <p:cNvSpPr/>
          <p:nvPr/>
        </p:nvSpPr>
        <p:spPr>
          <a:xfrm rot="10578781">
            <a:off x="6509304" y="4032212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2" name="Google Shape;4802;p105"/>
          <p:cNvSpPr/>
          <p:nvPr/>
        </p:nvSpPr>
        <p:spPr>
          <a:xfrm rot="-8416267">
            <a:off x="7574794" y="4996268"/>
            <a:ext cx="254217" cy="128361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3" name="Google Shape;4803;p105"/>
          <p:cNvSpPr/>
          <p:nvPr/>
        </p:nvSpPr>
        <p:spPr>
          <a:xfrm rot="-10526176">
            <a:off x="8346379" y="4558534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4" name="Google Shape;4804;p105"/>
          <p:cNvSpPr/>
          <p:nvPr/>
        </p:nvSpPr>
        <p:spPr>
          <a:xfrm rot="10054338">
            <a:off x="7210672" y="4228102"/>
            <a:ext cx="384861" cy="13219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5" name="Google Shape;4805;p105"/>
          <p:cNvSpPr/>
          <p:nvPr/>
        </p:nvSpPr>
        <p:spPr>
          <a:xfrm rot="-10526176">
            <a:off x="7621945" y="4284136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6" name="Google Shape;4806;p105"/>
          <p:cNvSpPr/>
          <p:nvPr/>
        </p:nvSpPr>
        <p:spPr>
          <a:xfrm rot="10259854">
            <a:off x="7938291" y="5021504"/>
            <a:ext cx="384861" cy="13219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7" name="Google Shape;4807;p105"/>
          <p:cNvSpPr/>
          <p:nvPr/>
        </p:nvSpPr>
        <p:spPr>
          <a:xfrm rot="-10526176">
            <a:off x="8701980" y="4764812"/>
            <a:ext cx="305061" cy="170636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8" name="Google Shape;4808;p105"/>
          <p:cNvSpPr/>
          <p:nvPr/>
        </p:nvSpPr>
        <p:spPr>
          <a:xfrm rot="-6916628">
            <a:off x="8847673" y="5051630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9" name="Google Shape;4809;p105"/>
          <p:cNvSpPr/>
          <p:nvPr/>
        </p:nvSpPr>
        <p:spPr>
          <a:xfrm rot="326597">
            <a:off x="8598735" y="5276247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10" name="Google Shape;4810;p105"/>
          <p:cNvSpPr/>
          <p:nvPr/>
        </p:nvSpPr>
        <p:spPr>
          <a:xfrm rot="-10526176">
            <a:off x="7984582" y="4419661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08" name="Google Shape;4608;p10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14" name="Shape 4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" name="Google Shape;4816;p10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19" name="Google Shape;4819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5831896">
            <a:off x="4309276" y="322726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0" name="Google Shape;4820;p106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43296" y="1178618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821" name="Google Shape;4821;p106"/>
          <p:cNvSpPr txBox="1"/>
          <p:nvPr/>
        </p:nvSpPr>
        <p:spPr>
          <a:xfrm>
            <a:off x="1840485" y="993952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822" name="Google Shape;4822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777489">
            <a:off x="4296928" y="270794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3" name="Google Shape;4823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233655">
            <a:off x="5011287" y="363835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4" name="Google Shape;4824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899916">
            <a:off x="6344373" y="300243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5" name="Google Shape;4825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945887">
            <a:off x="6458610" y="3438037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6" name="Google Shape;4826;p10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878902">
            <a:off x="5797602" y="348597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827" name="Google Shape;4827;p106"/>
          <p:cNvSpPr/>
          <p:nvPr/>
        </p:nvSpPr>
        <p:spPr>
          <a:xfrm>
            <a:off x="4082506" y="2485150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28" name="Google Shape;4828;p106"/>
          <p:cNvSpPr/>
          <p:nvPr/>
        </p:nvSpPr>
        <p:spPr>
          <a:xfrm>
            <a:off x="3788831" y="2155818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29" name="Google Shape;4829;p106"/>
          <p:cNvSpPr/>
          <p:nvPr/>
        </p:nvSpPr>
        <p:spPr>
          <a:xfrm>
            <a:off x="3280273" y="1925193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0" name="Google Shape;4830;p106"/>
          <p:cNvSpPr/>
          <p:nvPr/>
        </p:nvSpPr>
        <p:spPr>
          <a:xfrm>
            <a:off x="2775124" y="1852358"/>
            <a:ext cx="469900" cy="64812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1" name="Google Shape;4831;p106"/>
          <p:cNvSpPr/>
          <p:nvPr/>
        </p:nvSpPr>
        <p:spPr>
          <a:xfrm>
            <a:off x="2676060" y="1977952"/>
            <a:ext cx="124377" cy="343356"/>
          </a:xfrm>
          <a:custGeom>
            <a:avLst/>
            <a:gdLst/>
            <a:ahLst/>
            <a:cxnLst/>
            <a:rect l="l" t="t" r="r" b="b"/>
            <a:pathLst>
              <a:path w="124377" h="343356" extrusionOk="0">
                <a:moveTo>
                  <a:pt x="48177" y="0"/>
                </a:moveTo>
                <a:cubicBezTo>
                  <a:pt x="35477" y="21167"/>
                  <a:pt x="12661" y="38951"/>
                  <a:pt x="10077" y="63500"/>
                </a:cubicBezTo>
                <a:cubicBezTo>
                  <a:pt x="-9984" y="254084"/>
                  <a:pt x="-1487" y="192489"/>
                  <a:pt x="48177" y="279400"/>
                </a:cubicBezTo>
                <a:cubicBezTo>
                  <a:pt x="80390" y="335774"/>
                  <a:pt x="55032" y="328739"/>
                  <a:pt x="111677" y="342900"/>
                </a:cubicBezTo>
                <a:cubicBezTo>
                  <a:pt x="115784" y="343927"/>
                  <a:pt x="120144" y="342900"/>
                  <a:pt x="124377" y="3429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2" name="Google Shape;4832;p106"/>
          <p:cNvSpPr/>
          <p:nvPr/>
        </p:nvSpPr>
        <p:spPr>
          <a:xfrm>
            <a:off x="2875938" y="240982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3" name="Google Shape;4833;p106"/>
          <p:cNvSpPr/>
          <p:nvPr/>
        </p:nvSpPr>
        <p:spPr>
          <a:xfrm>
            <a:off x="3418757" y="2637318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4" name="Google Shape;4834;p106"/>
          <p:cNvSpPr/>
          <p:nvPr/>
        </p:nvSpPr>
        <p:spPr>
          <a:xfrm rot="-888150">
            <a:off x="3892231" y="278740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5" name="Google Shape;4835;p106"/>
          <p:cNvSpPr/>
          <p:nvPr/>
        </p:nvSpPr>
        <p:spPr>
          <a:xfrm rot="-1509002">
            <a:off x="3749274" y="3089561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6" name="Google Shape;4836;p106"/>
          <p:cNvSpPr/>
          <p:nvPr/>
        </p:nvSpPr>
        <p:spPr>
          <a:xfrm rot="-1509002">
            <a:off x="3414561" y="2976744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7" name="Google Shape;4837;p106"/>
          <p:cNvSpPr/>
          <p:nvPr/>
        </p:nvSpPr>
        <p:spPr>
          <a:xfrm rot="-1509002">
            <a:off x="2877766" y="2989600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8" name="Google Shape;4838;p106"/>
          <p:cNvSpPr/>
          <p:nvPr/>
        </p:nvSpPr>
        <p:spPr>
          <a:xfrm rot="10385278" flipH="1">
            <a:off x="2357904" y="3081797"/>
            <a:ext cx="469900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39" name="Google Shape;4839;p106"/>
          <p:cNvSpPr/>
          <p:nvPr/>
        </p:nvSpPr>
        <p:spPr>
          <a:xfrm rot="-1509002">
            <a:off x="1093657" y="327679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0" name="Google Shape;4840;p106"/>
          <p:cNvSpPr/>
          <p:nvPr/>
        </p:nvSpPr>
        <p:spPr>
          <a:xfrm rot="-1509002">
            <a:off x="3179611" y="3537448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1" name="Google Shape;4841;p106"/>
          <p:cNvSpPr/>
          <p:nvPr/>
        </p:nvSpPr>
        <p:spPr>
          <a:xfrm rot="-2004045">
            <a:off x="3647666" y="343935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2" name="Google Shape;4842;p106"/>
          <p:cNvSpPr/>
          <p:nvPr/>
        </p:nvSpPr>
        <p:spPr>
          <a:xfrm rot="600907">
            <a:off x="1935581" y="3105137"/>
            <a:ext cx="317500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3" name="Google Shape;4843;p106"/>
          <p:cNvSpPr/>
          <p:nvPr/>
        </p:nvSpPr>
        <p:spPr>
          <a:xfrm rot="-1509002">
            <a:off x="1363795" y="380948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4" name="Google Shape;4844;p106"/>
          <p:cNvSpPr/>
          <p:nvPr/>
        </p:nvSpPr>
        <p:spPr>
          <a:xfrm rot="-2528488">
            <a:off x="2748191" y="3618711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5" name="Google Shape;4845;p106"/>
          <p:cNvSpPr/>
          <p:nvPr/>
        </p:nvSpPr>
        <p:spPr>
          <a:xfrm rot="-1509002">
            <a:off x="2308117" y="3722923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6" name="Google Shape;4846;p106"/>
          <p:cNvSpPr/>
          <p:nvPr/>
        </p:nvSpPr>
        <p:spPr>
          <a:xfrm rot="-2322972">
            <a:off x="1492625" y="320225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7" name="Google Shape;4847;p106"/>
          <p:cNvSpPr/>
          <p:nvPr/>
        </p:nvSpPr>
        <p:spPr>
          <a:xfrm rot="-1509002">
            <a:off x="852201" y="3784733"/>
            <a:ext cx="381000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8" name="Google Shape;4848;p106"/>
          <p:cNvSpPr/>
          <p:nvPr/>
        </p:nvSpPr>
        <p:spPr>
          <a:xfrm rot="2100546">
            <a:off x="512133" y="359994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9" name="Google Shape;4849;p106"/>
          <p:cNvSpPr/>
          <p:nvPr/>
        </p:nvSpPr>
        <p:spPr>
          <a:xfrm rot="9343771">
            <a:off x="648728" y="333868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0" name="Google Shape;4850;p106"/>
          <p:cNvSpPr/>
          <p:nvPr/>
        </p:nvSpPr>
        <p:spPr>
          <a:xfrm rot="-1509002">
            <a:off x="1836606" y="376788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1" name="Google Shape;4851;p106"/>
          <p:cNvSpPr/>
          <p:nvPr/>
        </p:nvSpPr>
        <p:spPr>
          <a:xfrm rot="2109909" flipH="1">
            <a:off x="7247480" y="3504904"/>
            <a:ext cx="263912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2" name="Google Shape;4852;p106"/>
          <p:cNvSpPr/>
          <p:nvPr/>
        </p:nvSpPr>
        <p:spPr>
          <a:xfrm rot="2109909" flipH="1">
            <a:off x="7650892" y="3455435"/>
            <a:ext cx="224325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3" name="Google Shape;4853;p106"/>
          <p:cNvSpPr/>
          <p:nvPr/>
        </p:nvSpPr>
        <p:spPr>
          <a:xfrm rot="2109909" flipH="1">
            <a:off x="8037790" y="3547953"/>
            <a:ext cx="395867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4" name="Google Shape;4854;p106"/>
          <p:cNvSpPr/>
          <p:nvPr/>
        </p:nvSpPr>
        <p:spPr>
          <a:xfrm rot="-9784371">
            <a:off x="8466676" y="3721870"/>
            <a:ext cx="488236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5" name="Google Shape;4855;p106"/>
          <p:cNvSpPr/>
          <p:nvPr/>
        </p:nvSpPr>
        <p:spPr>
          <a:xfrm rot="2109909" flipH="1">
            <a:off x="9809194" y="4140858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6" name="Google Shape;4856;p106"/>
          <p:cNvSpPr/>
          <p:nvPr/>
        </p:nvSpPr>
        <p:spPr>
          <a:xfrm rot="2109909" flipH="1">
            <a:off x="7627770" y="4034776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7" name="Google Shape;4857;p106"/>
          <p:cNvSpPr/>
          <p:nvPr/>
        </p:nvSpPr>
        <p:spPr>
          <a:xfrm rot="2604952" flipH="1">
            <a:off x="7166588" y="3856774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8" name="Google Shape;4858;p106"/>
          <p:cNvSpPr/>
          <p:nvPr/>
        </p:nvSpPr>
        <p:spPr>
          <a:xfrm flipH="1">
            <a:off x="9047676" y="3831211"/>
            <a:ext cx="329889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9" name="Google Shape;4859;p106"/>
          <p:cNvSpPr/>
          <p:nvPr/>
        </p:nvSpPr>
        <p:spPr>
          <a:xfrm rot="2109909" flipH="1">
            <a:off x="9436539" y="4618450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0" name="Google Shape;4860;p106"/>
          <p:cNvSpPr/>
          <p:nvPr/>
        </p:nvSpPr>
        <p:spPr>
          <a:xfrm rot="3129395" flipH="1">
            <a:off x="8061945" y="4186607"/>
            <a:ext cx="381000" cy="171542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1" name="Google Shape;4861;p106"/>
          <p:cNvSpPr/>
          <p:nvPr/>
        </p:nvSpPr>
        <p:spPr>
          <a:xfrm rot="2109909" flipH="1">
            <a:off x="8485960" y="4368985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2" name="Google Shape;4862;p106"/>
          <p:cNvSpPr/>
          <p:nvPr/>
        </p:nvSpPr>
        <p:spPr>
          <a:xfrm rot="2923879" flipH="1">
            <a:off x="9421877" y="3994854"/>
            <a:ext cx="381000" cy="171542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3" name="Google Shape;4863;p106"/>
          <p:cNvSpPr/>
          <p:nvPr/>
        </p:nvSpPr>
        <p:spPr>
          <a:xfrm rot="2109909" flipH="1">
            <a:off x="9964123" y="4683019"/>
            <a:ext cx="395867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4" name="Google Shape;4864;p106"/>
          <p:cNvSpPr/>
          <p:nvPr/>
        </p:nvSpPr>
        <p:spPr>
          <a:xfrm rot="-1499639" flipH="1">
            <a:off x="10345813" y="4560216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5" name="Google Shape;4865;p106"/>
          <p:cNvSpPr/>
          <p:nvPr/>
        </p:nvSpPr>
        <p:spPr>
          <a:xfrm rot="-8742864" flipH="1">
            <a:off x="10253258" y="4279182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6" name="Google Shape;4866;p106"/>
          <p:cNvSpPr/>
          <p:nvPr/>
        </p:nvSpPr>
        <p:spPr>
          <a:xfrm rot="2109909" flipH="1">
            <a:off x="8960280" y="4495258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7" name="Google Shape;4867;p106"/>
          <p:cNvSpPr/>
          <p:nvPr/>
        </p:nvSpPr>
        <p:spPr>
          <a:xfrm rot="303414" flipH="1">
            <a:off x="7143466" y="2894197"/>
            <a:ext cx="241236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8" name="Google Shape;4868;p106"/>
          <p:cNvSpPr/>
          <p:nvPr/>
        </p:nvSpPr>
        <p:spPr>
          <a:xfrm rot="303414" flipH="1">
            <a:off x="7436572" y="2676446"/>
            <a:ext cx="20505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9" name="Google Shape;4869;p106"/>
          <p:cNvSpPr/>
          <p:nvPr/>
        </p:nvSpPr>
        <p:spPr>
          <a:xfrm rot="303414" flipH="1">
            <a:off x="7749988" y="2547374"/>
            <a:ext cx="361854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0" name="Google Shape;4870;p106"/>
          <p:cNvSpPr/>
          <p:nvPr/>
        </p:nvSpPr>
        <p:spPr>
          <a:xfrm rot="10009134">
            <a:off x="8155982" y="2483942"/>
            <a:ext cx="446286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1" name="Google Shape;4871;p106"/>
          <p:cNvSpPr/>
          <p:nvPr/>
        </p:nvSpPr>
        <p:spPr>
          <a:xfrm rot="303414" flipH="1">
            <a:off x="9454206" y="224640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2" name="Google Shape;4872;p106"/>
          <p:cNvSpPr/>
          <p:nvPr/>
        </p:nvSpPr>
        <p:spPr>
          <a:xfrm rot="303414" flipH="1">
            <a:off x="7676031" y="3154892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3" name="Google Shape;4873;p106"/>
          <p:cNvSpPr/>
          <p:nvPr/>
        </p:nvSpPr>
        <p:spPr>
          <a:xfrm rot="798457" flipH="1">
            <a:off x="7222059" y="3212374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4" name="Google Shape;4874;p106"/>
          <p:cNvSpPr/>
          <p:nvPr/>
        </p:nvSpPr>
        <p:spPr>
          <a:xfrm rot="-1806495" flipH="1">
            <a:off x="8691236" y="2345410"/>
            <a:ext cx="301545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5" name="Google Shape;4875;p106"/>
          <p:cNvSpPr/>
          <p:nvPr/>
        </p:nvSpPr>
        <p:spPr>
          <a:xfrm rot="303414" flipH="1">
            <a:off x="9399106" y="283043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6" name="Google Shape;4876;p106"/>
          <p:cNvSpPr/>
          <p:nvPr/>
        </p:nvSpPr>
        <p:spPr>
          <a:xfrm rot="1322900" flipH="1">
            <a:off x="8081682" y="3097498"/>
            <a:ext cx="381000" cy="15680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7" name="Google Shape;4877;p106"/>
          <p:cNvSpPr/>
          <p:nvPr/>
        </p:nvSpPr>
        <p:spPr>
          <a:xfrm rot="303414" flipH="1">
            <a:off x="8522295" y="3050501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8" name="Google Shape;4878;p106"/>
          <p:cNvSpPr/>
          <p:nvPr/>
        </p:nvSpPr>
        <p:spPr>
          <a:xfrm rot="1117384" flipH="1">
            <a:off x="9060858" y="2308042"/>
            <a:ext cx="381000" cy="15680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9" name="Google Shape;4879;p106"/>
          <p:cNvSpPr/>
          <p:nvPr/>
        </p:nvSpPr>
        <p:spPr>
          <a:xfrm rot="303414" flipH="1">
            <a:off x="9849642" y="2644119"/>
            <a:ext cx="361854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0" name="Google Shape;4880;p106"/>
          <p:cNvSpPr/>
          <p:nvPr/>
        </p:nvSpPr>
        <p:spPr>
          <a:xfrm rot="-3306134" flipH="1">
            <a:off x="10088902" y="236312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1" name="Google Shape;4881;p106"/>
          <p:cNvSpPr/>
          <p:nvPr/>
        </p:nvSpPr>
        <p:spPr>
          <a:xfrm rot="-10549359" flipH="1">
            <a:off x="9874737" y="2162448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2" name="Google Shape;4882;p106"/>
          <p:cNvSpPr/>
          <p:nvPr/>
        </p:nvSpPr>
        <p:spPr>
          <a:xfrm rot="303414" flipH="1">
            <a:off x="8960707" y="294224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3" name="Google Shape;4883;p106"/>
          <p:cNvSpPr/>
          <p:nvPr/>
        </p:nvSpPr>
        <p:spPr>
          <a:xfrm rot="-2109909">
            <a:off x="4735525" y="3858508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4" name="Google Shape;4884;p106"/>
          <p:cNvSpPr/>
          <p:nvPr/>
        </p:nvSpPr>
        <p:spPr>
          <a:xfrm rot="-2109909">
            <a:off x="4385364" y="3809039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5" name="Google Shape;4885;p106"/>
          <p:cNvSpPr/>
          <p:nvPr/>
        </p:nvSpPr>
        <p:spPr>
          <a:xfrm rot="-2109909">
            <a:off x="3847896" y="3901557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6" name="Google Shape;4886;p106"/>
          <p:cNvSpPr/>
          <p:nvPr/>
        </p:nvSpPr>
        <p:spPr>
          <a:xfrm rot="9784371" flipH="1">
            <a:off x="3346217" y="4075474"/>
            <a:ext cx="469900" cy="82357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7" name="Google Shape;4887;p106"/>
          <p:cNvSpPr/>
          <p:nvPr/>
        </p:nvSpPr>
        <p:spPr>
          <a:xfrm rot="-2109909">
            <a:off x="2143019" y="449446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8" name="Google Shape;4888;p106"/>
          <p:cNvSpPr/>
          <p:nvPr/>
        </p:nvSpPr>
        <p:spPr>
          <a:xfrm rot="-2109909">
            <a:off x="4242517" y="438838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9" name="Google Shape;4889;p106"/>
          <p:cNvSpPr/>
          <p:nvPr/>
        </p:nvSpPr>
        <p:spPr>
          <a:xfrm rot="-2604952">
            <a:off x="4686379" y="4210378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0" name="Google Shape;4890;p106"/>
          <p:cNvSpPr/>
          <p:nvPr/>
        </p:nvSpPr>
        <p:spPr>
          <a:xfrm>
            <a:off x="2939438" y="4184815"/>
            <a:ext cx="317500" cy="127073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1" name="Google Shape;4891;p106"/>
          <p:cNvSpPr/>
          <p:nvPr/>
        </p:nvSpPr>
        <p:spPr>
          <a:xfrm rot="-2109909">
            <a:off x="2501679" y="4972054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2" name="Google Shape;4892;p106"/>
          <p:cNvSpPr/>
          <p:nvPr/>
        </p:nvSpPr>
        <p:spPr>
          <a:xfrm rot="-3129395">
            <a:off x="3831803" y="454343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3" name="Google Shape;4893;p106"/>
          <p:cNvSpPr/>
          <p:nvPr/>
        </p:nvSpPr>
        <p:spPr>
          <a:xfrm rot="-2109909">
            <a:off x="3416558" y="472258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4" name="Google Shape;4894;p106"/>
          <p:cNvSpPr/>
          <p:nvPr/>
        </p:nvSpPr>
        <p:spPr>
          <a:xfrm rot="-2923879">
            <a:off x="2522945" y="4351679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5" name="Google Shape;4895;p106"/>
          <p:cNvSpPr/>
          <p:nvPr/>
        </p:nvSpPr>
        <p:spPr>
          <a:xfrm rot="-2109909">
            <a:off x="1993909" y="5036623"/>
            <a:ext cx="381000" cy="168924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6" name="Google Shape;4896;p106"/>
          <p:cNvSpPr/>
          <p:nvPr/>
        </p:nvSpPr>
        <p:spPr>
          <a:xfrm rot="1499639">
            <a:off x="1626554" y="4913820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7" name="Google Shape;4897;p106"/>
          <p:cNvSpPr/>
          <p:nvPr/>
        </p:nvSpPr>
        <p:spPr>
          <a:xfrm rot="8742864">
            <a:off x="1715633" y="4632786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8" name="Google Shape;4898;p106"/>
          <p:cNvSpPr/>
          <p:nvPr/>
        </p:nvSpPr>
        <p:spPr>
          <a:xfrm rot="-2109909">
            <a:off x="2960051" y="484886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9" name="Google Shape;4899;p106"/>
          <p:cNvSpPr/>
          <p:nvPr/>
        </p:nvSpPr>
        <p:spPr>
          <a:xfrm rot="-10526176">
            <a:off x="6375033" y="4220952"/>
            <a:ext cx="203374" cy="270741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0" name="Google Shape;4900;p106"/>
          <p:cNvSpPr/>
          <p:nvPr/>
        </p:nvSpPr>
        <p:spPr>
          <a:xfrm rot="-10526176">
            <a:off x="6581176" y="4460861"/>
            <a:ext cx="172868" cy="256576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1" name="Google Shape;4901;p106"/>
          <p:cNvSpPr/>
          <p:nvPr/>
        </p:nvSpPr>
        <p:spPr>
          <a:xfrm rot="-10526176">
            <a:off x="6818449" y="4722812"/>
            <a:ext cx="305061" cy="142374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2" name="Google Shape;4902;p106"/>
          <p:cNvSpPr/>
          <p:nvPr/>
        </p:nvSpPr>
        <p:spPr>
          <a:xfrm rot="1368104" flipH="1">
            <a:off x="7157788" y="4874042"/>
            <a:ext cx="376241" cy="83192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3" name="Google Shape;4903;p106"/>
          <p:cNvSpPr/>
          <p:nvPr/>
        </p:nvSpPr>
        <p:spPr>
          <a:xfrm rot="-10526176">
            <a:off x="8258888" y="5113110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4" name="Google Shape;4904;p106"/>
          <p:cNvSpPr/>
          <p:nvPr/>
        </p:nvSpPr>
        <p:spPr>
          <a:xfrm rot="-10526176">
            <a:off x="6897553" y="4121079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5" name="Google Shape;4905;p106"/>
          <p:cNvSpPr/>
          <p:nvPr/>
        </p:nvSpPr>
        <p:spPr>
          <a:xfrm rot="10578781">
            <a:off x="6509304" y="4032212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6" name="Google Shape;4906;p106"/>
          <p:cNvSpPr/>
          <p:nvPr/>
        </p:nvSpPr>
        <p:spPr>
          <a:xfrm rot="-8416267">
            <a:off x="7574794" y="4996268"/>
            <a:ext cx="254217" cy="128361"/>
          </a:xfrm>
          <a:custGeom>
            <a:avLst/>
            <a:gdLst/>
            <a:ahLst/>
            <a:cxnLst/>
            <a:rect l="l" t="t" r="r" b="b"/>
            <a:pathLst>
              <a:path w="317500" h="127073" extrusionOk="0">
                <a:moveTo>
                  <a:pt x="317500" y="0"/>
                </a:moveTo>
                <a:cubicBezTo>
                  <a:pt x="254000" y="4233"/>
                  <a:pt x="190252" y="5672"/>
                  <a:pt x="127000" y="12700"/>
                </a:cubicBezTo>
                <a:cubicBezTo>
                  <a:pt x="113695" y="14178"/>
                  <a:pt x="98366" y="15934"/>
                  <a:pt x="88900" y="25400"/>
                </a:cubicBezTo>
                <a:cubicBezTo>
                  <a:pt x="-33787" y="148087"/>
                  <a:pt x="207240" y="-23860"/>
                  <a:pt x="38100" y="88900"/>
                </a:cubicBezTo>
                <a:cubicBezTo>
                  <a:pt x="10352" y="130522"/>
                  <a:pt x="27964" y="127000"/>
                  <a:pt x="0" y="1270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7" name="Google Shape;4907;p106"/>
          <p:cNvSpPr/>
          <p:nvPr/>
        </p:nvSpPr>
        <p:spPr>
          <a:xfrm rot="-10526176">
            <a:off x="8346379" y="4558534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8" name="Google Shape;4908;p106"/>
          <p:cNvSpPr/>
          <p:nvPr/>
        </p:nvSpPr>
        <p:spPr>
          <a:xfrm rot="10054338">
            <a:off x="7210672" y="4228102"/>
            <a:ext cx="384861" cy="13219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9" name="Google Shape;4909;p106"/>
          <p:cNvSpPr/>
          <p:nvPr/>
        </p:nvSpPr>
        <p:spPr>
          <a:xfrm rot="-10526176">
            <a:off x="7621945" y="4284136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0" name="Google Shape;4910;p106"/>
          <p:cNvSpPr/>
          <p:nvPr/>
        </p:nvSpPr>
        <p:spPr>
          <a:xfrm rot="10259854">
            <a:off x="7938291" y="5021504"/>
            <a:ext cx="384861" cy="13219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1" name="Google Shape;4911;p106"/>
          <p:cNvSpPr/>
          <p:nvPr/>
        </p:nvSpPr>
        <p:spPr>
          <a:xfrm rot="-10526176">
            <a:off x="8701980" y="4764812"/>
            <a:ext cx="305061" cy="170636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D9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2" name="Google Shape;4912;p106"/>
          <p:cNvSpPr/>
          <p:nvPr/>
        </p:nvSpPr>
        <p:spPr>
          <a:xfrm rot="-6916628">
            <a:off x="8847673" y="5051630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3" name="Google Shape;4913;p106"/>
          <p:cNvSpPr/>
          <p:nvPr/>
        </p:nvSpPr>
        <p:spPr>
          <a:xfrm rot="326597">
            <a:off x="8598735" y="5276247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4" name="Google Shape;4914;p106"/>
          <p:cNvSpPr/>
          <p:nvPr/>
        </p:nvSpPr>
        <p:spPr>
          <a:xfrm rot="-10526176">
            <a:off x="7984582" y="4419661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BF9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915" name="Google Shape;4915;p106"/>
          <p:cNvGrpSpPr/>
          <p:nvPr/>
        </p:nvGrpSpPr>
        <p:grpSpPr>
          <a:xfrm>
            <a:off x="4780801" y="2066139"/>
            <a:ext cx="2017180" cy="1825788"/>
            <a:chOff x="5521044" y="1541880"/>
            <a:chExt cx="2278733" cy="2160326"/>
          </a:xfrm>
        </p:grpSpPr>
        <p:sp>
          <p:nvSpPr>
            <p:cNvPr id="4916" name="Google Shape;4916;p106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917" name="Google Shape;4917;p106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918" name="Google Shape;4918;p106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19" name="Google Shape;4919;p106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20" name="Google Shape;4920;p106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21" name="Google Shape;4921;p106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4608" name="Google Shape;4608;p102"/>
          <p:cNvSpPr/>
          <p:nvPr/>
        </p:nvSpPr>
        <p:spPr>
          <a:xfrm>
            <a:off x="2436410" y="305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25" name="Shape 4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p10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 COLONY OPTIMIZATION (ACO)</a:t>
            </a:r>
            <a:endParaRPr sz="24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930" name="Google Shape;4930;p107"/>
          <p:cNvGrpSpPr/>
          <p:nvPr/>
        </p:nvGrpSpPr>
        <p:grpSpPr>
          <a:xfrm>
            <a:off x="4879974" y="2453983"/>
            <a:ext cx="2017180" cy="1825788"/>
            <a:chOff x="5521044" y="1541880"/>
            <a:chExt cx="2278733" cy="2160326"/>
          </a:xfrm>
        </p:grpSpPr>
        <p:sp>
          <p:nvSpPr>
            <p:cNvPr id="4931" name="Google Shape;4931;p107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932" name="Google Shape;4932;p107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933" name="Google Shape;4933;p107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34" name="Google Shape;4934;p107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35" name="Google Shape;4935;p107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36" name="Google Shape;4936;p107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937" name="Google Shape;4937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6998022">
            <a:off x="3352409" y="1789676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8" name="Google Shape;4938;p107" descr="Uma rosquinha com cobertura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32678" y="1673554"/>
            <a:ext cx="1177233" cy="11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39" name="Google Shape;4939;p107"/>
          <p:cNvSpPr txBox="1"/>
          <p:nvPr/>
        </p:nvSpPr>
        <p:spPr>
          <a:xfrm>
            <a:off x="1632678" y="1413310"/>
            <a:ext cx="12712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Food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940" name="Google Shape;4940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8109601">
            <a:off x="4444500" y="2677733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1" name="Google Shape;4941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208316">
            <a:off x="4282594" y="351582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2" name="Google Shape;4942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8199026">
            <a:off x="3982540" y="2169232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3" name="Google Shape;4943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565258">
            <a:off x="3091799" y="3025401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4" name="Google Shape;4944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4014312">
            <a:off x="3679244" y="3301745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945" name="Google Shape;4945;p107"/>
          <p:cNvSpPr/>
          <p:nvPr/>
        </p:nvSpPr>
        <p:spPr>
          <a:xfrm>
            <a:off x="4147262" y="2716927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6" name="Google Shape;4946;p107"/>
          <p:cNvSpPr/>
          <p:nvPr/>
        </p:nvSpPr>
        <p:spPr>
          <a:xfrm rot="-1437599">
            <a:off x="3773098" y="2444061"/>
            <a:ext cx="215900" cy="254002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7" name="Google Shape;4947;p107"/>
          <p:cNvSpPr/>
          <p:nvPr/>
        </p:nvSpPr>
        <p:spPr>
          <a:xfrm>
            <a:off x="3257636" y="2313037"/>
            <a:ext cx="381000" cy="140946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8" name="Google Shape;4948;p107"/>
          <p:cNvSpPr/>
          <p:nvPr/>
        </p:nvSpPr>
        <p:spPr>
          <a:xfrm>
            <a:off x="2724236" y="2262171"/>
            <a:ext cx="469900" cy="64812"/>
          </a:xfrm>
          <a:custGeom>
            <a:avLst/>
            <a:gdLst/>
            <a:ahLst/>
            <a:cxnLst/>
            <a:rect l="l" t="t" r="r" b="b"/>
            <a:pathLst>
              <a:path w="469900" h="64812" extrusionOk="0">
                <a:moveTo>
                  <a:pt x="469900" y="52112"/>
                </a:moveTo>
                <a:cubicBezTo>
                  <a:pt x="448733" y="43645"/>
                  <a:pt x="428189" y="33416"/>
                  <a:pt x="406400" y="26712"/>
                </a:cubicBezTo>
                <a:cubicBezTo>
                  <a:pt x="373035" y="16446"/>
                  <a:pt x="304800" y="1312"/>
                  <a:pt x="304800" y="1312"/>
                </a:cubicBezTo>
                <a:cubicBezTo>
                  <a:pt x="60960" y="14859"/>
                  <a:pt x="139700" y="-28321"/>
                  <a:pt x="38100" y="39412"/>
                </a:cubicBezTo>
                <a:lnTo>
                  <a:pt x="0" y="64812"/>
                </a:ln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9" name="Google Shape;4949;p107"/>
          <p:cNvSpPr/>
          <p:nvPr/>
        </p:nvSpPr>
        <p:spPr>
          <a:xfrm>
            <a:off x="2738654" y="2750306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0" name="Google Shape;4950;p107"/>
          <p:cNvSpPr/>
          <p:nvPr/>
        </p:nvSpPr>
        <p:spPr>
          <a:xfrm>
            <a:off x="3196193" y="2940697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1" name="Google Shape;4951;p107"/>
          <p:cNvSpPr/>
          <p:nvPr/>
        </p:nvSpPr>
        <p:spPr>
          <a:xfrm rot="-160262">
            <a:off x="3664736" y="3159013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2" name="Google Shape;4952;p107"/>
          <p:cNvSpPr/>
          <p:nvPr/>
        </p:nvSpPr>
        <p:spPr>
          <a:xfrm rot="2604952" flipH="1">
            <a:off x="7153887" y="4282005"/>
            <a:ext cx="395867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3" name="Google Shape;4953;p107"/>
          <p:cNvSpPr/>
          <p:nvPr/>
        </p:nvSpPr>
        <p:spPr>
          <a:xfrm rot="798457" flipH="1">
            <a:off x="7209358" y="3637605"/>
            <a:ext cx="361854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4" name="Google Shape;4954;p107"/>
          <p:cNvSpPr/>
          <p:nvPr/>
        </p:nvSpPr>
        <p:spPr>
          <a:xfrm rot="-10526176">
            <a:off x="6362332" y="4646183"/>
            <a:ext cx="203374" cy="270741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5" name="Google Shape;4955;p107"/>
          <p:cNvSpPr/>
          <p:nvPr/>
        </p:nvSpPr>
        <p:spPr>
          <a:xfrm rot="-10526176">
            <a:off x="6568475" y="4886092"/>
            <a:ext cx="172868" cy="256576"/>
          </a:xfrm>
          <a:custGeom>
            <a:avLst/>
            <a:gdLst/>
            <a:ahLst/>
            <a:cxnLst/>
            <a:rect l="l" t="t" r="r" b="b"/>
            <a:pathLst>
              <a:path w="215900" h="254002" extrusionOk="0">
                <a:moveTo>
                  <a:pt x="215900" y="254002"/>
                </a:moveTo>
                <a:cubicBezTo>
                  <a:pt x="198967" y="232835"/>
                  <a:pt x="177222" y="214747"/>
                  <a:pt x="165100" y="190502"/>
                </a:cubicBezTo>
                <a:cubicBezTo>
                  <a:pt x="155447" y="171195"/>
                  <a:pt x="158603" y="147677"/>
                  <a:pt x="152400" y="127002"/>
                </a:cubicBezTo>
                <a:cubicBezTo>
                  <a:pt x="145849" y="105166"/>
                  <a:pt x="134209" y="85129"/>
                  <a:pt x="127000" y="63502"/>
                </a:cubicBezTo>
                <a:cubicBezTo>
                  <a:pt x="121480" y="46943"/>
                  <a:pt x="129558" y="21179"/>
                  <a:pt x="114300" y="12702"/>
                </a:cubicBezTo>
                <a:cubicBezTo>
                  <a:pt x="90495" y="-523"/>
                  <a:pt x="36660" y="2"/>
                  <a:pt x="0" y="2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6" name="Google Shape;4956;p107"/>
          <p:cNvSpPr/>
          <p:nvPr/>
        </p:nvSpPr>
        <p:spPr>
          <a:xfrm rot="-10526176">
            <a:off x="6805748" y="5148043"/>
            <a:ext cx="305061" cy="142374"/>
          </a:xfrm>
          <a:custGeom>
            <a:avLst/>
            <a:gdLst/>
            <a:ahLst/>
            <a:cxnLst/>
            <a:rect l="l" t="t" r="r" b="b"/>
            <a:pathLst>
              <a:path w="381000" h="140946" extrusionOk="0">
                <a:moveTo>
                  <a:pt x="381000" y="140946"/>
                </a:moveTo>
                <a:cubicBezTo>
                  <a:pt x="306381" y="111098"/>
                  <a:pt x="324272" y="122164"/>
                  <a:pt x="254000" y="77446"/>
                </a:cubicBezTo>
                <a:cubicBezTo>
                  <a:pt x="228246" y="61057"/>
                  <a:pt x="207734" y="32633"/>
                  <a:pt x="177800" y="26646"/>
                </a:cubicBezTo>
                <a:cubicBezTo>
                  <a:pt x="156633" y="22413"/>
                  <a:pt x="135241" y="19181"/>
                  <a:pt x="114300" y="13946"/>
                </a:cubicBezTo>
                <a:cubicBezTo>
                  <a:pt x="101313" y="10699"/>
                  <a:pt x="89505" y="2724"/>
                  <a:pt x="76200" y="1246"/>
                </a:cubicBezTo>
                <a:cubicBezTo>
                  <a:pt x="50955" y="-1559"/>
                  <a:pt x="25400" y="1246"/>
                  <a:pt x="0" y="1246"/>
                </a:cubicBezTo>
              </a:path>
            </a:pathLst>
          </a:custGeom>
          <a:noFill/>
          <a:ln w="38100" cap="flat" cmpd="sng">
            <a:solidFill>
              <a:srgbClr val="FFF2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7" name="Google Shape;4957;p107"/>
          <p:cNvSpPr/>
          <p:nvPr/>
        </p:nvSpPr>
        <p:spPr>
          <a:xfrm rot="326597">
            <a:off x="8586034" y="5701478"/>
            <a:ext cx="305061" cy="166773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FEE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8" name="Google Shape;4958;p107"/>
          <p:cNvSpPr/>
          <p:nvPr/>
        </p:nvSpPr>
        <p:spPr>
          <a:xfrm>
            <a:off x="4472016" y="3076064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9" name="Google Shape;4959;p107"/>
          <p:cNvSpPr/>
          <p:nvPr/>
        </p:nvSpPr>
        <p:spPr>
          <a:xfrm rot="-1455817">
            <a:off x="4603126" y="3489362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60" name="Google Shape;4960;p107"/>
          <p:cNvSpPr/>
          <p:nvPr/>
        </p:nvSpPr>
        <p:spPr>
          <a:xfrm rot="-160262">
            <a:off x="4061838" y="3363722"/>
            <a:ext cx="381000" cy="165100"/>
          </a:xfrm>
          <a:custGeom>
            <a:avLst/>
            <a:gdLst/>
            <a:ahLst/>
            <a:cxnLst/>
            <a:rect l="l" t="t" r="r" b="b"/>
            <a:pathLst>
              <a:path w="381000" h="165100" extrusionOk="0">
                <a:moveTo>
                  <a:pt x="0" y="0"/>
                </a:moveTo>
                <a:cubicBezTo>
                  <a:pt x="21167" y="12700"/>
                  <a:pt x="44758" y="22036"/>
                  <a:pt x="63500" y="38100"/>
                </a:cubicBezTo>
                <a:cubicBezTo>
                  <a:pt x="75089" y="48033"/>
                  <a:pt x="76981" y="66665"/>
                  <a:pt x="88900" y="76200"/>
                </a:cubicBezTo>
                <a:cubicBezTo>
                  <a:pt x="99353" y="84563"/>
                  <a:pt x="115026" y="82913"/>
                  <a:pt x="127000" y="88900"/>
                </a:cubicBezTo>
                <a:cubicBezTo>
                  <a:pt x="140652" y="95726"/>
                  <a:pt x="151448" y="107474"/>
                  <a:pt x="165100" y="114300"/>
                </a:cubicBezTo>
                <a:cubicBezTo>
                  <a:pt x="177074" y="120287"/>
                  <a:pt x="190328" y="123322"/>
                  <a:pt x="203200" y="127000"/>
                </a:cubicBezTo>
                <a:cubicBezTo>
                  <a:pt x="305363" y="156189"/>
                  <a:pt x="200992" y="121478"/>
                  <a:pt x="355600" y="152400"/>
                </a:cubicBezTo>
                <a:cubicBezTo>
                  <a:pt x="364882" y="154256"/>
                  <a:pt x="372533" y="160867"/>
                  <a:pt x="381000" y="165100"/>
                </a:cubicBezTo>
              </a:path>
            </a:pathLst>
          </a:custGeom>
          <a:noFill/>
          <a:ln w="38100" cap="flat" cmpd="sng">
            <a:solidFill>
              <a:srgbClr val="7F6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61" name="Google Shape;4961;p107"/>
          <p:cNvSpPr/>
          <p:nvPr/>
        </p:nvSpPr>
        <p:spPr>
          <a:xfrm>
            <a:off x="4783866" y="3404344"/>
            <a:ext cx="254000" cy="268025"/>
          </a:xfrm>
          <a:custGeom>
            <a:avLst/>
            <a:gdLst/>
            <a:ahLst/>
            <a:cxnLst/>
            <a:rect l="l" t="t" r="r" b="b"/>
            <a:pathLst>
              <a:path w="254000" h="268025" extrusionOk="0">
                <a:moveTo>
                  <a:pt x="254000" y="268025"/>
                </a:moveTo>
                <a:cubicBezTo>
                  <a:pt x="232833" y="255325"/>
                  <a:pt x="207954" y="247379"/>
                  <a:pt x="190500" y="229925"/>
                </a:cubicBezTo>
                <a:cubicBezTo>
                  <a:pt x="183500" y="222925"/>
                  <a:pt x="166418" y="142673"/>
                  <a:pt x="165100" y="141025"/>
                </a:cubicBezTo>
                <a:cubicBezTo>
                  <a:pt x="156737" y="130572"/>
                  <a:pt x="139700" y="132558"/>
                  <a:pt x="127000" y="128325"/>
                </a:cubicBezTo>
                <a:cubicBezTo>
                  <a:pt x="76866" y="90724"/>
                  <a:pt x="78656" y="100873"/>
                  <a:pt x="50800" y="52125"/>
                </a:cubicBezTo>
                <a:cubicBezTo>
                  <a:pt x="41407" y="35687"/>
                  <a:pt x="40546" y="12684"/>
                  <a:pt x="25400" y="1325"/>
                </a:cubicBezTo>
                <a:cubicBezTo>
                  <a:pt x="17827" y="-4355"/>
                  <a:pt x="8467" y="9792"/>
                  <a:pt x="0" y="14025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962" name="Google Shape;4962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2716498" y="166304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3" name="Google Shape;4963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3203504">
            <a:off x="2501651" y="2833159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4" name="Google Shape;4964;p10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-1327250">
            <a:off x="2007737" y="2430588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608" name="Google Shape;4608;p102"/>
          <p:cNvSpPr/>
          <p:nvPr/>
        </p:nvSpPr>
        <p:spPr>
          <a:xfrm>
            <a:off x="2436410" y="305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FOOD FORAGING BEHAVIOR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68" name="Shape 4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0" name="Google Shape;4970;p108"/>
          <p:cNvSpPr/>
          <p:nvPr/>
        </p:nvSpPr>
        <p:spPr>
          <a:xfrm>
            <a:off x="2080589" y="193611"/>
            <a:ext cx="75731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CONCENTRATION AS A SHORTCUT</a:t>
            </a:r>
            <a:endParaRPr lang="pt-BR" sz="20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973" name="Google Shape;4973;p108"/>
          <p:cNvGrpSpPr/>
          <p:nvPr/>
        </p:nvGrpSpPr>
        <p:grpSpPr>
          <a:xfrm>
            <a:off x="2617995" y="1798998"/>
            <a:ext cx="6168390" cy="2578658"/>
            <a:chOff x="2221230" y="1028700"/>
            <a:chExt cx="6168390" cy="2578658"/>
          </a:xfrm>
        </p:grpSpPr>
        <p:sp>
          <p:nvSpPr>
            <p:cNvPr id="4974" name="Google Shape;4974;p108"/>
            <p:cNvSpPr/>
            <p:nvPr/>
          </p:nvSpPr>
          <p:spPr>
            <a:xfrm>
              <a:off x="2221230" y="3028949"/>
              <a:ext cx="6168390" cy="578409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5" name="Google Shape;4975;p108"/>
            <p:cNvSpPr/>
            <p:nvPr/>
          </p:nvSpPr>
          <p:spPr>
            <a:xfrm>
              <a:off x="3794760" y="1497330"/>
              <a:ext cx="468630" cy="153162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6" name="Google Shape;4976;p108"/>
            <p:cNvSpPr/>
            <p:nvPr/>
          </p:nvSpPr>
          <p:spPr>
            <a:xfrm rot="5400000">
              <a:off x="4994910" y="-171450"/>
              <a:ext cx="468630" cy="286893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7" name="Google Shape;4977;p108"/>
            <p:cNvSpPr/>
            <p:nvPr/>
          </p:nvSpPr>
          <p:spPr>
            <a:xfrm>
              <a:off x="6195060" y="1497330"/>
              <a:ext cx="468630" cy="153162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4978" name="Google Shape;4978;p108"/>
            <p:cNvCxnSpPr/>
            <p:nvPr/>
          </p:nvCxnSpPr>
          <p:spPr>
            <a:xfrm>
              <a:off x="3809535" y="1497330"/>
              <a:ext cx="439080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79" name="Google Shape;4979;p108"/>
            <p:cNvCxnSpPr/>
            <p:nvPr/>
          </p:nvCxnSpPr>
          <p:spPr>
            <a:xfrm>
              <a:off x="6209835" y="1497330"/>
              <a:ext cx="439080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80" name="Google Shape;4980;p108"/>
            <p:cNvCxnSpPr/>
            <p:nvPr/>
          </p:nvCxnSpPr>
          <p:spPr>
            <a:xfrm>
              <a:off x="3809535" y="3028950"/>
              <a:ext cx="439080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81" name="Google Shape;4981;p108"/>
            <p:cNvCxnSpPr/>
            <p:nvPr/>
          </p:nvCxnSpPr>
          <p:spPr>
            <a:xfrm>
              <a:off x="6209835" y="3028300"/>
              <a:ext cx="439080" cy="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982" name="Google Shape;4982;p108"/>
          <p:cNvGrpSpPr/>
          <p:nvPr/>
        </p:nvGrpSpPr>
        <p:grpSpPr>
          <a:xfrm>
            <a:off x="881577" y="3052622"/>
            <a:ext cx="1665839" cy="1491952"/>
            <a:chOff x="5521044" y="1541880"/>
            <a:chExt cx="2278733" cy="2160326"/>
          </a:xfrm>
        </p:grpSpPr>
        <p:sp>
          <p:nvSpPr>
            <p:cNvPr id="4983" name="Google Shape;4983;p108"/>
            <p:cNvSpPr/>
            <p:nvPr/>
          </p:nvSpPr>
          <p:spPr>
            <a:xfrm>
              <a:off x="5521044" y="1541880"/>
              <a:ext cx="2278733" cy="1640964"/>
            </a:xfrm>
            <a:custGeom>
              <a:avLst/>
              <a:gdLst/>
              <a:ahLst/>
              <a:cxnLst/>
              <a:rect l="l" t="t" r="r" b="b"/>
              <a:pathLst>
                <a:path w="2278733" h="1640964" extrusionOk="0">
                  <a:moveTo>
                    <a:pt x="170977" y="1406189"/>
                  </a:moveTo>
                  <a:cubicBezTo>
                    <a:pt x="176553" y="1259365"/>
                    <a:pt x="187704" y="870930"/>
                    <a:pt x="159826" y="659057"/>
                  </a:cubicBezTo>
                  <a:cubicBezTo>
                    <a:pt x="131948" y="447184"/>
                    <a:pt x="-26028" y="108931"/>
                    <a:pt x="3709" y="134950"/>
                  </a:cubicBezTo>
                  <a:cubicBezTo>
                    <a:pt x="33446" y="160969"/>
                    <a:pt x="275056" y="666491"/>
                    <a:pt x="338246" y="815174"/>
                  </a:cubicBezTo>
                  <a:cubicBezTo>
                    <a:pt x="401436" y="963857"/>
                    <a:pt x="367983" y="1147852"/>
                    <a:pt x="382851" y="1027047"/>
                  </a:cubicBezTo>
                  <a:cubicBezTo>
                    <a:pt x="397719" y="906242"/>
                    <a:pt x="403294" y="185130"/>
                    <a:pt x="427455" y="90345"/>
                  </a:cubicBezTo>
                  <a:cubicBezTo>
                    <a:pt x="451616" y="-4440"/>
                    <a:pt x="498079" y="309652"/>
                    <a:pt x="527816" y="458335"/>
                  </a:cubicBezTo>
                  <a:cubicBezTo>
                    <a:pt x="557553" y="607018"/>
                    <a:pt x="581714" y="1002886"/>
                    <a:pt x="605875" y="982442"/>
                  </a:cubicBezTo>
                  <a:cubicBezTo>
                    <a:pt x="630036" y="961998"/>
                    <a:pt x="659772" y="491789"/>
                    <a:pt x="672782" y="335672"/>
                  </a:cubicBezTo>
                  <a:cubicBezTo>
                    <a:pt x="685792" y="179555"/>
                    <a:pt x="657914" y="-11875"/>
                    <a:pt x="683933" y="45740"/>
                  </a:cubicBezTo>
                  <a:cubicBezTo>
                    <a:pt x="709953" y="103354"/>
                    <a:pt x="788011" y="519666"/>
                    <a:pt x="828899" y="681359"/>
                  </a:cubicBezTo>
                  <a:cubicBezTo>
                    <a:pt x="869787" y="843052"/>
                    <a:pt x="903240" y="1075369"/>
                    <a:pt x="929260" y="1015896"/>
                  </a:cubicBezTo>
                  <a:cubicBezTo>
                    <a:pt x="955280" y="956423"/>
                    <a:pt x="949704" y="493647"/>
                    <a:pt x="985016" y="324520"/>
                  </a:cubicBezTo>
                  <a:cubicBezTo>
                    <a:pt x="1020328" y="155393"/>
                    <a:pt x="1124406" y="-15592"/>
                    <a:pt x="1141133" y="1135"/>
                  </a:cubicBezTo>
                  <a:cubicBezTo>
                    <a:pt x="1157860" y="17862"/>
                    <a:pt x="1079801" y="248320"/>
                    <a:pt x="1085377" y="424881"/>
                  </a:cubicBezTo>
                  <a:cubicBezTo>
                    <a:pt x="1090953" y="601442"/>
                    <a:pt x="1103963" y="1067935"/>
                    <a:pt x="1174587" y="1060501"/>
                  </a:cubicBezTo>
                  <a:cubicBezTo>
                    <a:pt x="1245211" y="1053067"/>
                    <a:pt x="1453368" y="530818"/>
                    <a:pt x="1509124" y="380277"/>
                  </a:cubicBezTo>
                  <a:cubicBezTo>
                    <a:pt x="1564880" y="229736"/>
                    <a:pt x="1492397" y="162828"/>
                    <a:pt x="1509124" y="157252"/>
                  </a:cubicBezTo>
                  <a:cubicBezTo>
                    <a:pt x="1525851" y="151676"/>
                    <a:pt x="1594617" y="190706"/>
                    <a:pt x="1609485" y="346823"/>
                  </a:cubicBezTo>
                  <a:cubicBezTo>
                    <a:pt x="1624353" y="502940"/>
                    <a:pt x="1566738" y="1067936"/>
                    <a:pt x="1598333" y="1093955"/>
                  </a:cubicBezTo>
                  <a:cubicBezTo>
                    <a:pt x="1629928" y="1119974"/>
                    <a:pt x="1698694" y="646047"/>
                    <a:pt x="1799055" y="502940"/>
                  </a:cubicBezTo>
                  <a:cubicBezTo>
                    <a:pt x="1899416" y="359833"/>
                    <a:pt x="2187489" y="233452"/>
                    <a:pt x="2200499" y="235311"/>
                  </a:cubicBezTo>
                  <a:cubicBezTo>
                    <a:pt x="2213509" y="237169"/>
                    <a:pt x="1958889" y="369125"/>
                    <a:pt x="1877114" y="514091"/>
                  </a:cubicBezTo>
                  <a:cubicBezTo>
                    <a:pt x="1795339" y="659057"/>
                    <a:pt x="1730290" y="991735"/>
                    <a:pt x="1709846" y="1105106"/>
                  </a:cubicBezTo>
                  <a:cubicBezTo>
                    <a:pt x="1689402" y="1218477"/>
                    <a:pt x="1713563" y="1287243"/>
                    <a:pt x="1754451" y="1194316"/>
                  </a:cubicBezTo>
                  <a:cubicBezTo>
                    <a:pt x="1795339" y="1101389"/>
                    <a:pt x="1867821" y="664633"/>
                    <a:pt x="1955172" y="547545"/>
                  </a:cubicBezTo>
                  <a:cubicBezTo>
                    <a:pt x="2042523" y="430457"/>
                    <a:pt x="2271124" y="486213"/>
                    <a:pt x="2278558" y="491789"/>
                  </a:cubicBezTo>
                  <a:cubicBezTo>
                    <a:pt x="2285992" y="497365"/>
                    <a:pt x="2055533" y="443467"/>
                    <a:pt x="1999777" y="580999"/>
                  </a:cubicBezTo>
                  <a:cubicBezTo>
                    <a:pt x="1944021" y="718531"/>
                    <a:pt x="1955172" y="1151569"/>
                    <a:pt x="1944021" y="1316979"/>
                  </a:cubicBezTo>
                  <a:cubicBezTo>
                    <a:pt x="1932870" y="1482389"/>
                    <a:pt x="1990485" y="1549296"/>
                    <a:pt x="1932870" y="1573457"/>
                  </a:cubicBezTo>
                  <a:cubicBezTo>
                    <a:pt x="1875255" y="1597618"/>
                    <a:pt x="1860387" y="1474955"/>
                    <a:pt x="1598333" y="1461945"/>
                  </a:cubicBezTo>
                  <a:cubicBezTo>
                    <a:pt x="1336279" y="1448935"/>
                    <a:pt x="587289" y="1465663"/>
                    <a:pt x="360548" y="1495399"/>
                  </a:cubicBezTo>
                  <a:cubicBezTo>
                    <a:pt x="133807" y="1525136"/>
                    <a:pt x="276914" y="1632930"/>
                    <a:pt x="237885" y="1640364"/>
                  </a:cubicBezTo>
                  <a:cubicBezTo>
                    <a:pt x="198856" y="1647798"/>
                    <a:pt x="139382" y="1584608"/>
                    <a:pt x="126372" y="1540003"/>
                  </a:cubicBezTo>
                  <a:cubicBezTo>
                    <a:pt x="113362" y="1495398"/>
                    <a:pt x="165401" y="1553013"/>
                    <a:pt x="170977" y="1406189"/>
                  </a:cubicBezTo>
                  <a:close/>
                </a:path>
              </a:pathLst>
            </a:custGeom>
            <a:solidFill>
              <a:srgbClr val="92D050"/>
            </a:solidFill>
            <a:ln w="28575" cap="flat" cmpd="sng">
              <a:solidFill>
                <a:srgbClr val="3856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4984" name="Google Shape;4984;p108"/>
            <p:cNvGrpSpPr/>
            <p:nvPr/>
          </p:nvGrpSpPr>
          <p:grpSpPr>
            <a:xfrm>
              <a:off x="5622509" y="2531625"/>
              <a:ext cx="2075804" cy="1170581"/>
              <a:chOff x="5622509" y="2531625"/>
              <a:chExt cx="2075804" cy="1170581"/>
            </a:xfrm>
          </p:grpSpPr>
          <p:sp>
            <p:nvSpPr>
              <p:cNvPr id="4985" name="Google Shape;4985;p108"/>
              <p:cNvSpPr/>
              <p:nvPr/>
            </p:nvSpPr>
            <p:spPr>
              <a:xfrm>
                <a:off x="5622509" y="2531625"/>
                <a:ext cx="2075804" cy="938477"/>
              </a:xfrm>
              <a:custGeom>
                <a:avLst/>
                <a:gdLst/>
                <a:ahLst/>
                <a:cxnLst/>
                <a:rect l="l" t="t" r="r" b="b"/>
                <a:pathLst>
                  <a:path w="2075804" h="938477" extrusionOk="0">
                    <a:moveTo>
                      <a:pt x="321091" y="871528"/>
                    </a:moveTo>
                    <a:cubicBezTo>
                      <a:pt x="237457" y="862235"/>
                      <a:pt x="94349" y="890113"/>
                      <a:pt x="42310" y="882679"/>
                    </a:cubicBezTo>
                    <a:cubicBezTo>
                      <a:pt x="-9729" y="875245"/>
                      <a:pt x="-4153" y="858518"/>
                      <a:pt x="8857" y="826923"/>
                    </a:cubicBezTo>
                    <a:cubicBezTo>
                      <a:pt x="21867" y="795328"/>
                      <a:pt x="73906" y="720987"/>
                      <a:pt x="120369" y="693109"/>
                    </a:cubicBezTo>
                    <a:cubicBezTo>
                      <a:pt x="166832" y="665231"/>
                      <a:pt x="222589" y="707977"/>
                      <a:pt x="287637" y="659655"/>
                    </a:cubicBezTo>
                    <a:cubicBezTo>
                      <a:pt x="352685" y="611333"/>
                      <a:pt x="443754" y="460792"/>
                      <a:pt x="510661" y="403177"/>
                    </a:cubicBezTo>
                    <a:cubicBezTo>
                      <a:pt x="577568" y="345562"/>
                      <a:pt x="631466" y="360430"/>
                      <a:pt x="689081" y="313967"/>
                    </a:cubicBezTo>
                    <a:cubicBezTo>
                      <a:pt x="746696" y="267504"/>
                      <a:pt x="809886" y="169001"/>
                      <a:pt x="856349" y="124396"/>
                    </a:cubicBezTo>
                    <a:cubicBezTo>
                      <a:pt x="902812" y="79791"/>
                      <a:pt x="934407" y="50055"/>
                      <a:pt x="967861" y="46338"/>
                    </a:cubicBezTo>
                    <a:cubicBezTo>
                      <a:pt x="1001315" y="42621"/>
                      <a:pt x="1027334" y="109528"/>
                      <a:pt x="1057071" y="102094"/>
                    </a:cubicBezTo>
                    <a:cubicBezTo>
                      <a:pt x="1086808" y="94660"/>
                      <a:pt x="1101676" y="-14994"/>
                      <a:pt x="1146281" y="1733"/>
                    </a:cubicBezTo>
                    <a:cubicBezTo>
                      <a:pt x="1190886" y="18460"/>
                      <a:pt x="1255934" y="139265"/>
                      <a:pt x="1324700" y="202455"/>
                    </a:cubicBezTo>
                    <a:cubicBezTo>
                      <a:pt x="1393466" y="265645"/>
                      <a:pt x="1480817" y="317684"/>
                      <a:pt x="1558876" y="380874"/>
                    </a:cubicBezTo>
                    <a:cubicBezTo>
                      <a:pt x="1636935" y="444064"/>
                      <a:pt x="1731720" y="523981"/>
                      <a:pt x="1793052" y="581596"/>
                    </a:cubicBezTo>
                    <a:cubicBezTo>
                      <a:pt x="1854384" y="639211"/>
                      <a:pt x="1880403" y="691250"/>
                      <a:pt x="1926866" y="726562"/>
                    </a:cubicBezTo>
                    <a:cubicBezTo>
                      <a:pt x="1973329" y="761874"/>
                      <a:pt x="2099710" y="767450"/>
                      <a:pt x="2071832" y="793470"/>
                    </a:cubicBezTo>
                    <a:cubicBezTo>
                      <a:pt x="2043954" y="819489"/>
                      <a:pt x="1869252" y="878962"/>
                      <a:pt x="1759598" y="882679"/>
                    </a:cubicBezTo>
                    <a:cubicBezTo>
                      <a:pt x="1649944" y="886396"/>
                      <a:pt x="1527281" y="815772"/>
                      <a:pt x="1413910" y="815772"/>
                    </a:cubicBezTo>
                    <a:cubicBezTo>
                      <a:pt x="1300539" y="815772"/>
                      <a:pt x="1192745" y="871528"/>
                      <a:pt x="1079374" y="882679"/>
                    </a:cubicBezTo>
                    <a:cubicBezTo>
                      <a:pt x="966003" y="893830"/>
                      <a:pt x="822896" y="873386"/>
                      <a:pt x="733686" y="882679"/>
                    </a:cubicBezTo>
                    <a:cubicBezTo>
                      <a:pt x="644476" y="891972"/>
                      <a:pt x="611022" y="936577"/>
                      <a:pt x="544115" y="938435"/>
                    </a:cubicBezTo>
                    <a:cubicBezTo>
                      <a:pt x="477208" y="940294"/>
                      <a:pt x="404725" y="880821"/>
                      <a:pt x="321091" y="871528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86" name="Google Shape;4986;p108"/>
              <p:cNvSpPr/>
              <p:nvPr/>
            </p:nvSpPr>
            <p:spPr>
              <a:xfrm>
                <a:off x="5883769" y="3356819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87" name="Google Shape;4987;p108"/>
              <p:cNvSpPr/>
              <p:nvPr/>
            </p:nvSpPr>
            <p:spPr>
              <a:xfrm>
                <a:off x="7123297" y="3325740"/>
                <a:ext cx="424461" cy="144362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4988" name="Google Shape;4988;p108"/>
              <p:cNvSpPr/>
              <p:nvPr/>
            </p:nvSpPr>
            <p:spPr>
              <a:xfrm>
                <a:off x="6534544" y="3612998"/>
                <a:ext cx="251734" cy="89208"/>
              </a:xfrm>
              <a:custGeom>
                <a:avLst/>
                <a:gdLst/>
                <a:ahLst/>
                <a:cxnLst/>
                <a:rect l="l" t="t" r="r" b="b"/>
                <a:pathLst>
                  <a:path w="424461" h="144362" extrusionOk="0">
                    <a:moveTo>
                      <a:pt x="670" y="103226"/>
                    </a:moveTo>
                    <a:cubicBezTo>
                      <a:pt x="-6764" y="84641"/>
                      <a:pt x="48992" y="41895"/>
                      <a:pt x="101031" y="25168"/>
                    </a:cubicBezTo>
                    <a:cubicBezTo>
                      <a:pt x="153070" y="8441"/>
                      <a:pt x="259007" y="-6428"/>
                      <a:pt x="312904" y="2865"/>
                    </a:cubicBezTo>
                    <a:cubicBezTo>
                      <a:pt x="366802" y="12158"/>
                      <a:pt x="422558" y="58622"/>
                      <a:pt x="424416" y="80924"/>
                    </a:cubicBezTo>
                    <a:cubicBezTo>
                      <a:pt x="426274" y="103226"/>
                      <a:pt x="370518" y="127387"/>
                      <a:pt x="324055" y="136680"/>
                    </a:cubicBezTo>
                    <a:cubicBezTo>
                      <a:pt x="277592" y="145973"/>
                      <a:pt x="197674" y="147831"/>
                      <a:pt x="145635" y="136680"/>
                    </a:cubicBezTo>
                    <a:cubicBezTo>
                      <a:pt x="93596" y="125529"/>
                      <a:pt x="8104" y="121811"/>
                      <a:pt x="670" y="103226"/>
                    </a:cubicBezTo>
                    <a:close/>
                  </a:path>
                </a:pathLst>
              </a:custGeom>
              <a:solidFill>
                <a:srgbClr val="FEE599"/>
              </a:solidFill>
              <a:ln w="28575" cap="flat" cmpd="sng">
                <a:solidFill>
                  <a:srgbClr val="7F6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4989" name="Google Shape;4989;p108" descr="Uma rosquinha com cobertura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20132" y="3499834"/>
            <a:ext cx="1177233" cy="117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0" name="Google Shape;4990;p108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576488">
            <a:off x="2382608" y="4176920"/>
            <a:ext cx="678729" cy="678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1" name="Google Shape;4991;p108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218067">
            <a:off x="1741225" y="4306196"/>
            <a:ext cx="678729" cy="6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4992" name="Google Shape;4992;p108"/>
          <p:cNvSpPr/>
          <p:nvPr/>
        </p:nvSpPr>
        <p:spPr>
          <a:xfrm>
            <a:off x="2736357" y="1914502"/>
            <a:ext cx="5969000" cy="2057400"/>
          </a:xfrm>
          <a:custGeom>
            <a:avLst/>
            <a:gdLst/>
            <a:ahLst/>
            <a:cxnLst/>
            <a:rect l="l" t="t" r="r" b="b"/>
            <a:pathLst>
              <a:path w="5969000" h="2057400" extrusionOk="0">
                <a:moveTo>
                  <a:pt x="0" y="2057400"/>
                </a:moveTo>
                <a:lnTo>
                  <a:pt x="1701800" y="2044700"/>
                </a:lnTo>
                <a:cubicBezTo>
                  <a:pt x="1697567" y="1363133"/>
                  <a:pt x="1693333" y="681567"/>
                  <a:pt x="1689100" y="0"/>
                </a:cubicBezTo>
                <a:lnTo>
                  <a:pt x="4140200" y="0"/>
                </a:lnTo>
                <a:lnTo>
                  <a:pt x="4178300" y="2032000"/>
                </a:lnTo>
                <a:lnTo>
                  <a:pt x="5969000" y="2032000"/>
                </a:lnTo>
              </a:path>
            </a:pathLst>
          </a:cu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993" name="Google Shape;4993;p108"/>
          <p:cNvCxnSpPr>
            <a:stCxn id="4990" idx="1"/>
          </p:cNvCxnSpPr>
          <p:nvPr/>
        </p:nvCxnSpPr>
        <p:spPr>
          <a:xfrm rot="10800000" flipH="1">
            <a:off x="2739387" y="4159967"/>
            <a:ext cx="5966100" cy="1740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94" name="Google Shape;4994;p108"/>
          <p:cNvSpPr/>
          <p:nvPr/>
        </p:nvSpPr>
        <p:spPr>
          <a:xfrm>
            <a:off x="2743745" y="1922323"/>
            <a:ext cx="5969000" cy="2057400"/>
          </a:xfrm>
          <a:custGeom>
            <a:avLst/>
            <a:gdLst/>
            <a:ahLst/>
            <a:cxnLst/>
            <a:rect l="l" t="t" r="r" b="b"/>
            <a:pathLst>
              <a:path w="5969000" h="2057400" extrusionOk="0">
                <a:moveTo>
                  <a:pt x="0" y="2057400"/>
                </a:moveTo>
                <a:lnTo>
                  <a:pt x="1701800" y="2044700"/>
                </a:lnTo>
                <a:cubicBezTo>
                  <a:pt x="1697567" y="1363133"/>
                  <a:pt x="1693333" y="681567"/>
                  <a:pt x="1689100" y="0"/>
                </a:cubicBezTo>
                <a:lnTo>
                  <a:pt x="4140200" y="0"/>
                </a:lnTo>
                <a:lnTo>
                  <a:pt x="4178300" y="2032000"/>
                </a:lnTo>
                <a:lnTo>
                  <a:pt x="5969000" y="2032000"/>
                </a:lnTo>
              </a:path>
            </a:pathLst>
          </a:custGeom>
          <a:noFill/>
          <a:ln w="57150" cap="flat" cmpd="sng">
            <a:solidFill>
              <a:srgbClr val="CCFF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995" name="Google Shape;4995;p108"/>
          <p:cNvCxnSpPr/>
          <p:nvPr/>
        </p:nvCxnSpPr>
        <p:spPr>
          <a:xfrm rot="10800000" flipH="1">
            <a:off x="2747792" y="4223116"/>
            <a:ext cx="5965970" cy="17415"/>
          </a:xfrm>
          <a:prstGeom prst="straightConnector1">
            <a:avLst/>
          </a:prstGeom>
          <a:noFill/>
          <a:ln w="5715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96" name="Google Shape;4996;p108"/>
          <p:cNvCxnSpPr/>
          <p:nvPr/>
        </p:nvCxnSpPr>
        <p:spPr>
          <a:xfrm rot="10800000" flipH="1">
            <a:off x="2766752" y="4046838"/>
            <a:ext cx="5965970" cy="17415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997" name="Google Shape;4997;p108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400000">
            <a:off x="1623071" y="3875164"/>
            <a:ext cx="678729" cy="678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9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01" name="Shape 5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2" name="Google Shape;5002;p109"/>
          <p:cNvSpPr txBox="1"/>
          <p:nvPr/>
        </p:nvSpPr>
        <p:spPr>
          <a:xfrm>
            <a:off x="3425688" y="254320"/>
            <a:ext cx="51550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ROULLETE WHEEL TECHNIQUE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3" name="Google Shape;5003;p109"/>
          <p:cNvSpPr txBox="1"/>
          <p:nvPr/>
        </p:nvSpPr>
        <p:spPr>
          <a:xfrm>
            <a:off x="1179445" y="1137526"/>
            <a:ext cx="204083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[AB,AC,AD]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[0.6,0.2,0.2]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004" name="Google Shape;5004;p10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456422" y="2724629"/>
            <a:ext cx="5155096" cy="3308995"/>
          </a:xfrm>
          <a:prstGeom prst="rect">
            <a:avLst/>
          </a:prstGeom>
          <a:noFill/>
          <a:ln>
            <a:noFill/>
          </a:ln>
        </p:spPr>
      </p:pic>
      <p:sp>
        <p:nvSpPr>
          <p:cNvPr id="5005" name="Google Shape;5005;p109"/>
          <p:cNvSpPr/>
          <p:nvPr/>
        </p:nvSpPr>
        <p:spPr>
          <a:xfrm>
            <a:off x="636107" y="2563142"/>
            <a:ext cx="3034748" cy="29452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006" name="Google Shape;5006;p109"/>
          <p:cNvPicPr preferRelativeResize="0"/>
          <p:nvPr/>
        </p:nvPicPr>
        <p:blipFill rotWithShape="1">
          <a:blip r:embed="rId2"/>
          <a:srcRect l="33260" t="28009" r="45979" b="35064"/>
          <a:stretch>
            <a:fillRect/>
          </a:stretch>
        </p:blipFill>
        <p:spPr>
          <a:xfrm>
            <a:off x="887898" y="2669160"/>
            <a:ext cx="2531166" cy="2531166"/>
          </a:xfrm>
          <a:prstGeom prst="ellipse">
            <a:avLst/>
          </a:prstGeom>
          <a:noFill/>
          <a:ln>
            <a:noFill/>
          </a:ln>
        </p:spPr>
      </p:pic>
      <p:sp>
        <p:nvSpPr>
          <p:cNvPr id="5007" name="Google Shape;5007;p109"/>
          <p:cNvSpPr/>
          <p:nvPr/>
        </p:nvSpPr>
        <p:spPr>
          <a:xfrm rot="-1291805">
            <a:off x="3283005" y="3502318"/>
            <a:ext cx="630256" cy="461665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8" name="Google Shape;5008;p109"/>
          <p:cNvSpPr txBox="1"/>
          <p:nvPr/>
        </p:nvSpPr>
        <p:spPr>
          <a:xfrm>
            <a:off x="3718452" y="1230592"/>
            <a:ext cx="159026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0.6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0.2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0.2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9" name="Google Shape;5009;p109"/>
          <p:cNvSpPr/>
          <p:nvPr/>
        </p:nvSpPr>
        <p:spPr>
          <a:xfrm>
            <a:off x="5532005" y="2092548"/>
            <a:ext cx="1987827" cy="461664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0" name="Google Shape;5010;p109"/>
          <p:cNvSpPr/>
          <p:nvPr/>
        </p:nvSpPr>
        <p:spPr>
          <a:xfrm>
            <a:off x="7711989" y="2092548"/>
            <a:ext cx="676638" cy="461664"/>
          </a:xfrm>
          <a:prstGeom prst="rect">
            <a:avLst/>
          </a:prstGeom>
          <a:solidFill>
            <a:srgbClr val="FF9933"/>
          </a:solidFill>
          <a:ln w="12700" cap="flat" cmpd="sng">
            <a:solidFill>
              <a:srgbClr val="FF99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1" name="Google Shape;5011;p109"/>
          <p:cNvSpPr/>
          <p:nvPr/>
        </p:nvSpPr>
        <p:spPr>
          <a:xfrm>
            <a:off x="8580784" y="2092548"/>
            <a:ext cx="676637" cy="461664"/>
          </a:xfrm>
          <a:prstGeom prst="rect">
            <a:avLst/>
          </a:prstGeom>
          <a:solidFill>
            <a:srgbClr val="A5A5A5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2" name="Google Shape;5012;p109"/>
          <p:cNvSpPr txBox="1"/>
          <p:nvPr/>
        </p:nvSpPr>
        <p:spPr>
          <a:xfrm>
            <a:off x="5353100" y="2563142"/>
            <a:ext cx="3578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3" name="Google Shape;5013;p109"/>
          <p:cNvSpPr txBox="1"/>
          <p:nvPr/>
        </p:nvSpPr>
        <p:spPr>
          <a:xfrm>
            <a:off x="7301505" y="2563142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4" name="Google Shape;5014;p109"/>
          <p:cNvSpPr txBox="1"/>
          <p:nvPr/>
        </p:nvSpPr>
        <p:spPr>
          <a:xfrm>
            <a:off x="9122903" y="2554212"/>
            <a:ext cx="3578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5" name="Google Shape;5015;p109"/>
          <p:cNvSpPr txBox="1"/>
          <p:nvPr/>
        </p:nvSpPr>
        <p:spPr>
          <a:xfrm>
            <a:off x="8209720" y="2563142"/>
            <a:ext cx="6766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0.8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6" name="Google Shape;5016;p109"/>
          <p:cNvSpPr txBox="1"/>
          <p:nvPr/>
        </p:nvSpPr>
        <p:spPr>
          <a:xfrm>
            <a:off x="8548038" y="1613744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7" name="Google Shape;5017;p109"/>
          <p:cNvSpPr txBox="1"/>
          <p:nvPr/>
        </p:nvSpPr>
        <p:spPr>
          <a:xfrm>
            <a:off x="7711989" y="1621953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8" name="Google Shape;5018;p109"/>
          <p:cNvSpPr txBox="1"/>
          <p:nvPr/>
        </p:nvSpPr>
        <p:spPr>
          <a:xfrm>
            <a:off x="6281530" y="1613744"/>
            <a:ext cx="6766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19" name="Google Shape;5019;p109"/>
          <p:cNvSpPr txBox="1"/>
          <p:nvPr/>
        </p:nvSpPr>
        <p:spPr>
          <a:xfrm>
            <a:off x="4842117" y="3429000"/>
            <a:ext cx="2677715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count = 0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R &lt; 0.6: count = 0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R &lt; 0.8: count = 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R &gt; 0.8: count = 2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0" name="Google Shape;5020;p109"/>
          <p:cNvSpPr/>
          <p:nvPr/>
        </p:nvSpPr>
        <p:spPr>
          <a:xfrm rot="4246718">
            <a:off x="6210789" y="2368781"/>
            <a:ext cx="630256" cy="461665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1" name="Google Shape;5021;p109"/>
          <p:cNvSpPr txBox="1"/>
          <p:nvPr/>
        </p:nvSpPr>
        <p:spPr>
          <a:xfrm>
            <a:off x="7473448" y="3375057"/>
            <a:ext cx="13786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 = 0.34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2" name="Google Shape;5022;p109"/>
          <p:cNvSpPr/>
          <p:nvPr/>
        </p:nvSpPr>
        <p:spPr>
          <a:xfrm>
            <a:off x="4771117" y="3934743"/>
            <a:ext cx="2187051" cy="557744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3" name="Google Shape;5023;p109"/>
          <p:cNvSpPr txBox="1"/>
          <p:nvPr/>
        </p:nvSpPr>
        <p:spPr>
          <a:xfrm>
            <a:off x="8201655" y="4635882"/>
            <a:ext cx="204083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[AB,AC,AD]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[0.6,0.2,0.2]</a:t>
            </a:r>
            <a:endParaRPr lang="pt-BR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4" name="Google Shape;5024;p109"/>
          <p:cNvSpPr/>
          <p:nvPr/>
        </p:nvSpPr>
        <p:spPr>
          <a:xfrm>
            <a:off x="8388626" y="4492487"/>
            <a:ext cx="622851" cy="1541137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25" name="Google Shape;5025;p109"/>
          <p:cNvSpPr txBox="1"/>
          <p:nvPr/>
        </p:nvSpPr>
        <p:spPr>
          <a:xfrm>
            <a:off x="8426509" y="4168026"/>
            <a:ext cx="15438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Index [0]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50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29" name="Shape 5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1" name="Google Shape;5031;p110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4" name="Google Shape;5034;p110"/>
          <p:cNvSpPr txBox="1"/>
          <p:nvPr/>
        </p:nvSpPr>
        <p:spPr>
          <a:xfrm>
            <a:off x="2572087" y="1571640"/>
            <a:ext cx="2173065" cy="502061"/>
          </a:xfrm>
          <a:prstGeom prst="rect">
            <a:avLst/>
          </a:prstGeom>
          <a:blipFill rotWithShape="1">
            <a:blip r:embed="rId1"/>
            <a:stretch>
              <a:fillRect t="-6096" b="-231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5" name="Google Shape;5035;p110"/>
          <p:cNvSpPr txBox="1"/>
          <p:nvPr/>
        </p:nvSpPr>
        <p:spPr>
          <a:xfrm>
            <a:off x="4745152" y="1252155"/>
            <a:ext cx="35174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 = ant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= edge from 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</a:t>
            </a:r>
            <a:r>
              <a:rPr lang="pt-BR" sz="1800" baseline="-25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= length of the path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6" name="Google Shape;5036;p110"/>
          <p:cNvSpPr txBox="1"/>
          <p:nvPr/>
        </p:nvSpPr>
        <p:spPr>
          <a:xfrm>
            <a:off x="2208506" y="3101958"/>
            <a:ext cx="4382792" cy="533095"/>
          </a:xfrm>
          <a:prstGeom prst="rect">
            <a:avLst/>
          </a:prstGeom>
          <a:blipFill rotWithShape="1">
            <a:blip r:embed="rId2"/>
            <a:stretch>
              <a:fillRect t="-1148" b="-2068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7" name="Google Shape;5037;p110"/>
          <p:cNvSpPr/>
          <p:nvPr/>
        </p:nvSpPr>
        <p:spPr>
          <a:xfrm>
            <a:off x="4181798" y="3101958"/>
            <a:ext cx="556591" cy="55141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8" name="Google Shape;5038;p110"/>
          <p:cNvSpPr/>
          <p:nvPr/>
        </p:nvSpPr>
        <p:spPr>
          <a:xfrm>
            <a:off x="4994031" y="3101958"/>
            <a:ext cx="1540530" cy="551412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9" name="Google Shape;5039;p110"/>
          <p:cNvSpPr txBox="1"/>
          <p:nvPr/>
        </p:nvSpPr>
        <p:spPr>
          <a:xfrm>
            <a:off x="3290580" y="2689613"/>
            <a:ext cx="32439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level of pheromone deposited</a:t>
            </a:r>
            <a:endParaRPr sz="1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0" name="Google Shape;5040;p110"/>
          <p:cNvSpPr txBox="1"/>
          <p:nvPr/>
        </p:nvSpPr>
        <p:spPr>
          <a:xfrm>
            <a:off x="4546063" y="3673488"/>
            <a:ext cx="28227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to the added</a:t>
            </a:r>
            <a:endParaRPr sz="14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1" name="Google Shape;5041;p110"/>
          <p:cNvSpPr/>
          <p:nvPr/>
        </p:nvSpPr>
        <p:spPr>
          <a:xfrm>
            <a:off x="3881214" y="3228262"/>
            <a:ext cx="225667" cy="369328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2" name="Google Shape;5042;p110"/>
          <p:cNvSpPr txBox="1"/>
          <p:nvPr/>
        </p:nvSpPr>
        <p:spPr>
          <a:xfrm>
            <a:off x="2468406" y="3672616"/>
            <a:ext cx="17133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Evap. constant</a:t>
            </a:r>
            <a:endParaRPr sz="14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46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p111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1" name="Google Shape;5051;p111"/>
          <p:cNvSpPr txBox="1"/>
          <p:nvPr/>
        </p:nvSpPr>
        <p:spPr>
          <a:xfrm>
            <a:off x="1731813" y="1292395"/>
            <a:ext cx="23058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C55A1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 = n. of ants</a:t>
            </a:r>
            <a:endParaRPr sz="1600" b="1">
              <a:solidFill>
                <a:srgbClr val="C55A1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052" name="Google Shape;5052;p111"/>
          <p:cNvGrpSpPr/>
          <p:nvPr/>
        </p:nvGrpSpPr>
        <p:grpSpPr>
          <a:xfrm>
            <a:off x="7029753" y="1342715"/>
            <a:ext cx="3024823" cy="1799848"/>
            <a:chOff x="7447690" y="659295"/>
            <a:chExt cx="3995529" cy="2326490"/>
          </a:xfrm>
        </p:grpSpPr>
        <p:grpSp>
          <p:nvGrpSpPr>
            <p:cNvPr id="5053" name="Google Shape;5053;p111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054" name="Google Shape;5054;p111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55" name="Google Shape;5055;p111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56" name="Google Shape;5056;p111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57" name="Google Shape;5057;p111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058" name="Google Shape;5058;p111"/>
              <p:cNvCxnSpPr>
                <a:endCxn id="5057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59" name="Google Shape;5059;p111"/>
              <p:cNvCxnSpPr>
                <a:stCxn id="5056" idx="6"/>
                <a:endCxn id="5057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60" name="Google Shape;5060;p111"/>
              <p:cNvCxnSpPr>
                <a:stCxn id="5054" idx="7"/>
                <a:endCxn id="5056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61" name="Google Shape;5061;p111"/>
              <p:cNvCxnSpPr>
                <a:stCxn id="5055" idx="6"/>
                <a:endCxn id="5057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62" name="Google Shape;5062;p111"/>
              <p:cNvCxnSpPr>
                <a:stCxn id="5054" idx="5"/>
                <a:endCxn id="5055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63" name="Google Shape;5063;p111"/>
              <p:cNvCxnSpPr>
                <a:stCxn id="5056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064" name="Google Shape;5064;p111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5" name="Google Shape;5065;p111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6" name="Google Shape;5066;p111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7" name="Google Shape;5067;p111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8" name="Google Shape;5068;p111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9" name="Google Shape;5069;p111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070" name="Google Shape;5070;p111"/>
          <p:cNvGrpSpPr/>
          <p:nvPr/>
        </p:nvGrpSpPr>
        <p:grpSpPr>
          <a:xfrm>
            <a:off x="7029753" y="3521093"/>
            <a:ext cx="3024823" cy="1799848"/>
            <a:chOff x="7447690" y="659295"/>
            <a:chExt cx="3995529" cy="2326490"/>
          </a:xfrm>
        </p:grpSpPr>
        <p:grpSp>
          <p:nvGrpSpPr>
            <p:cNvPr id="5071" name="Google Shape;5071;p111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072" name="Google Shape;5072;p111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73" name="Google Shape;5073;p111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74" name="Google Shape;5074;p111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075" name="Google Shape;5075;p111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076" name="Google Shape;5076;p111"/>
              <p:cNvCxnSpPr>
                <a:endCxn id="5075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77" name="Google Shape;5077;p111"/>
              <p:cNvCxnSpPr>
                <a:stCxn id="5074" idx="6"/>
                <a:endCxn id="5075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78" name="Google Shape;5078;p111"/>
              <p:cNvCxnSpPr>
                <a:stCxn id="5072" idx="7"/>
                <a:endCxn id="5074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79" name="Google Shape;5079;p111"/>
              <p:cNvCxnSpPr>
                <a:stCxn id="5073" idx="6"/>
                <a:endCxn id="5075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80" name="Google Shape;5080;p111"/>
              <p:cNvCxnSpPr>
                <a:stCxn id="5072" idx="5"/>
                <a:endCxn id="5073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81" name="Google Shape;5081;p111"/>
              <p:cNvCxnSpPr>
                <a:stCxn id="5074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082" name="Google Shape;5082;p111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3" name="Google Shape;5083;p111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4" name="Google Shape;5084;p111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5" name="Google Shape;5085;p111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6" name="Google Shape;5086;p111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7" name="Google Shape;5087;p111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5088" name="Google Shape;5088;p11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6185707" y="2083429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9" name="Google Shape;5089;p111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400000">
            <a:off x="6274799" y="4239230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090" name="Google Shape;5090;p111"/>
          <p:cNvSpPr txBox="1"/>
          <p:nvPr/>
        </p:nvSpPr>
        <p:spPr>
          <a:xfrm>
            <a:off x="993984" y="3052301"/>
            <a:ext cx="2173065" cy="505908"/>
          </a:xfrm>
          <a:prstGeom prst="rect">
            <a:avLst/>
          </a:prstGeom>
          <a:blipFill rotWithShape="1">
            <a:blip r:embed="rId3"/>
            <a:stretch>
              <a:fillRect t="-6022" b="-2168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1" name="Google Shape;5091;p111"/>
          <p:cNvSpPr txBox="1"/>
          <p:nvPr/>
        </p:nvSpPr>
        <p:spPr>
          <a:xfrm>
            <a:off x="298174" y="3558906"/>
            <a:ext cx="484940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turn, the amount of pheromone deposited by a certain ant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</a:t>
            </a: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on the path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x,y </a:t>
            </a: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 given by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1/Lk</a:t>
            </a: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that is,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1/length of the path</a:t>
            </a:r>
            <a:endParaRPr sz="1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2" name="Google Shape;5092;p111"/>
          <p:cNvSpPr/>
          <p:nvPr/>
        </p:nvSpPr>
        <p:spPr>
          <a:xfrm>
            <a:off x="7338646" y="1535723"/>
            <a:ext cx="2379785" cy="867508"/>
          </a:xfrm>
          <a:custGeom>
            <a:avLst/>
            <a:gdLst/>
            <a:ahLst/>
            <a:cxnLst/>
            <a:rect l="l" t="t" r="r" b="b"/>
            <a:pathLst>
              <a:path w="2379785" h="867508" extrusionOk="0">
                <a:moveTo>
                  <a:pt x="0" y="867508"/>
                </a:moveTo>
                <a:lnTo>
                  <a:pt x="1055077" y="0"/>
                </a:lnTo>
                <a:lnTo>
                  <a:pt x="2379785" y="867508"/>
                </a:lnTo>
              </a:path>
            </a:pathLst>
          </a:custGeom>
          <a:noFill/>
          <a:ln w="28575" cap="flat" cmpd="sng">
            <a:solidFill>
              <a:srgbClr val="BF9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3" name="Google Shape;5093;p111"/>
          <p:cNvSpPr/>
          <p:nvPr/>
        </p:nvSpPr>
        <p:spPr>
          <a:xfrm>
            <a:off x="7280031" y="3692769"/>
            <a:ext cx="2461846" cy="1230923"/>
          </a:xfrm>
          <a:custGeom>
            <a:avLst/>
            <a:gdLst/>
            <a:ahLst/>
            <a:cxnLst/>
            <a:rect l="l" t="t" r="r" b="b"/>
            <a:pathLst>
              <a:path w="2461846" h="1230923" extrusionOk="0">
                <a:moveTo>
                  <a:pt x="0" y="937846"/>
                </a:moveTo>
                <a:lnTo>
                  <a:pt x="1090246" y="1230923"/>
                </a:lnTo>
                <a:lnTo>
                  <a:pt x="1078523" y="0"/>
                </a:lnTo>
                <a:lnTo>
                  <a:pt x="2461846" y="902677"/>
                </a:lnTo>
              </a:path>
            </a:pathLst>
          </a:custGeom>
          <a:noFill/>
          <a:ln w="28575" cap="flat" cmpd="sng">
            <a:solidFill>
              <a:srgbClr val="7030A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4" name="Google Shape;5094;p111"/>
          <p:cNvSpPr txBox="1"/>
          <p:nvPr/>
        </p:nvSpPr>
        <p:spPr>
          <a:xfrm>
            <a:off x="441518" y="4421479"/>
            <a:ext cx="228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Const. Evaporation ρ: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</a:t>
            </a:r>
            <a:endParaRPr lang="pt-BR" sz="1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095" name="Google Shape;5095;p111"/>
          <p:cNvGrpSpPr/>
          <p:nvPr/>
        </p:nvGrpSpPr>
        <p:grpSpPr>
          <a:xfrm>
            <a:off x="288778" y="1658915"/>
            <a:ext cx="5160271" cy="1291652"/>
            <a:chOff x="2208506" y="2689613"/>
            <a:chExt cx="5160271" cy="1291652"/>
          </a:xfrm>
        </p:grpSpPr>
        <p:sp>
          <p:nvSpPr>
            <p:cNvPr id="5096" name="Google Shape;5096;p111"/>
            <p:cNvSpPr txBox="1"/>
            <p:nvPr/>
          </p:nvSpPr>
          <p:spPr>
            <a:xfrm>
              <a:off x="2208506" y="3101958"/>
              <a:ext cx="4382792" cy="533095"/>
            </a:xfrm>
            <a:prstGeom prst="rect">
              <a:avLst/>
            </a:prstGeom>
            <a:blipFill rotWithShape="1">
              <a:blip r:embed="rId4"/>
              <a:stretch>
                <a:fillRect t="-1148" b="-20687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</a:t>
              </a:r>
              <a:endPara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97" name="Google Shape;5097;p111"/>
            <p:cNvSpPr/>
            <p:nvPr/>
          </p:nvSpPr>
          <p:spPr>
            <a:xfrm>
              <a:off x="4181798" y="3101958"/>
              <a:ext cx="556591" cy="551412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98" name="Google Shape;5098;p111"/>
            <p:cNvSpPr/>
            <p:nvPr/>
          </p:nvSpPr>
          <p:spPr>
            <a:xfrm>
              <a:off x="4994031" y="3101958"/>
              <a:ext cx="1371600" cy="551412"/>
            </a:xfrm>
            <a:prstGeom prst="rect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99" name="Google Shape;5099;p111"/>
            <p:cNvSpPr txBox="1"/>
            <p:nvPr/>
          </p:nvSpPr>
          <p:spPr>
            <a:xfrm>
              <a:off x="3290580" y="2689613"/>
              <a:ext cx="324398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Current level of pheromone deposited</a:t>
              </a:r>
              <a:endParaRPr sz="1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00" name="Google Shape;5100;p111"/>
            <p:cNvSpPr txBox="1"/>
            <p:nvPr/>
          </p:nvSpPr>
          <p:spPr>
            <a:xfrm>
              <a:off x="4546063" y="3673488"/>
              <a:ext cx="28227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00B05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Pheromone to the added</a:t>
              </a:r>
              <a:endParaRPr sz="14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01" name="Google Shape;5101;p111"/>
            <p:cNvSpPr/>
            <p:nvPr/>
          </p:nvSpPr>
          <p:spPr>
            <a:xfrm>
              <a:off x="3881214" y="3228262"/>
              <a:ext cx="225667" cy="369328"/>
            </a:xfrm>
            <a:prstGeom prst="rect">
              <a:avLst/>
            </a:prstGeom>
            <a:noFill/>
            <a:ln w="2857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02" name="Google Shape;5102;p111"/>
            <p:cNvSpPr txBox="1"/>
            <p:nvPr/>
          </p:nvSpPr>
          <p:spPr>
            <a:xfrm>
              <a:off x="2468406" y="3672616"/>
              <a:ext cx="17133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>
                  <a:solidFill>
                    <a:srgbClr val="7030A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Evap. constant</a:t>
              </a:r>
              <a:endParaRPr sz="14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06" name="Shape 5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8" name="Google Shape;5108;p11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11" name="Google Shape;5111;p112"/>
          <p:cNvGrpSpPr/>
          <p:nvPr/>
        </p:nvGrpSpPr>
        <p:grpSpPr>
          <a:xfrm>
            <a:off x="6096000" y="1311579"/>
            <a:ext cx="4307176" cy="2466916"/>
            <a:chOff x="7447690" y="659295"/>
            <a:chExt cx="3995529" cy="2220631"/>
          </a:xfrm>
        </p:grpSpPr>
        <p:grpSp>
          <p:nvGrpSpPr>
            <p:cNvPr id="5112" name="Google Shape;5112;p112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113" name="Google Shape;5113;p112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14" name="Google Shape;5114;p112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15" name="Google Shape;5115;p112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16" name="Google Shape;5116;p112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117" name="Google Shape;5117;p112"/>
              <p:cNvCxnSpPr>
                <a:endCxn id="5116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18" name="Google Shape;5118;p112"/>
              <p:cNvCxnSpPr>
                <a:stCxn id="5115" idx="6"/>
                <a:endCxn id="5116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19" name="Google Shape;5119;p112"/>
              <p:cNvCxnSpPr>
                <a:stCxn id="5113" idx="7"/>
                <a:endCxn id="5115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20" name="Google Shape;5120;p112"/>
              <p:cNvCxnSpPr>
                <a:stCxn id="5114" idx="6"/>
                <a:endCxn id="5116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21" name="Google Shape;5121;p112"/>
              <p:cNvCxnSpPr>
                <a:stCxn id="5113" idx="5"/>
                <a:endCxn id="5114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22" name="Google Shape;5122;p112"/>
              <p:cNvCxnSpPr>
                <a:stCxn id="5115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123" name="Google Shape;5123;p112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4" name="Google Shape;5124;p112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5" name="Google Shape;5125;p112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6" name="Google Shape;5126;p112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7" name="Google Shape;5127;p112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8" name="Google Shape;5128;p112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129" name="Google Shape;5129;p112"/>
          <p:cNvGrpSpPr/>
          <p:nvPr/>
        </p:nvGrpSpPr>
        <p:grpSpPr>
          <a:xfrm>
            <a:off x="1345424" y="1377437"/>
            <a:ext cx="3024823" cy="1799848"/>
            <a:chOff x="7447690" y="659295"/>
            <a:chExt cx="3995529" cy="2326490"/>
          </a:xfrm>
        </p:grpSpPr>
        <p:grpSp>
          <p:nvGrpSpPr>
            <p:cNvPr id="5130" name="Google Shape;5130;p112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131" name="Google Shape;5131;p112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32" name="Google Shape;5132;p112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33" name="Google Shape;5133;p112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34" name="Google Shape;5134;p112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135" name="Google Shape;5135;p112"/>
              <p:cNvCxnSpPr>
                <a:endCxn id="5134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36" name="Google Shape;5136;p112"/>
              <p:cNvCxnSpPr>
                <a:stCxn id="5133" idx="6"/>
                <a:endCxn id="5134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37" name="Google Shape;5137;p112"/>
              <p:cNvCxnSpPr>
                <a:stCxn id="5131" idx="7"/>
                <a:endCxn id="5133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38" name="Google Shape;5138;p112"/>
              <p:cNvCxnSpPr>
                <a:stCxn id="5132" idx="6"/>
                <a:endCxn id="5134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39" name="Google Shape;5139;p112"/>
              <p:cNvCxnSpPr>
                <a:stCxn id="5131" idx="5"/>
                <a:endCxn id="5132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40" name="Google Shape;5140;p112"/>
              <p:cNvCxnSpPr>
                <a:stCxn id="5133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141" name="Google Shape;5141;p112"/>
            <p:cNvSpPr txBox="1"/>
            <p:nvPr/>
          </p:nvSpPr>
          <p:spPr>
            <a:xfrm>
              <a:off x="8384969" y="146945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2" name="Google Shape;5142;p112"/>
            <p:cNvSpPr txBox="1"/>
            <p:nvPr/>
          </p:nvSpPr>
          <p:spPr>
            <a:xfrm>
              <a:off x="9427455" y="204090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3" name="Google Shape;5143;p112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4" name="Google Shape;5144;p112"/>
            <p:cNvSpPr txBox="1"/>
            <p:nvPr/>
          </p:nvSpPr>
          <p:spPr>
            <a:xfrm>
              <a:off x="9975310" y="153953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5" name="Google Shape;5145;p112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6" name="Google Shape;5146;p112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147" name="Google Shape;5147;p112"/>
          <p:cNvGrpSpPr/>
          <p:nvPr/>
        </p:nvGrpSpPr>
        <p:grpSpPr>
          <a:xfrm>
            <a:off x="1345424" y="3555815"/>
            <a:ext cx="3024823" cy="1799848"/>
            <a:chOff x="7447690" y="659295"/>
            <a:chExt cx="3995529" cy="2326490"/>
          </a:xfrm>
        </p:grpSpPr>
        <p:grpSp>
          <p:nvGrpSpPr>
            <p:cNvPr id="5148" name="Google Shape;5148;p112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149" name="Google Shape;5149;p112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50" name="Google Shape;5150;p112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51" name="Google Shape;5151;p112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152" name="Google Shape;5152;p112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153" name="Google Shape;5153;p112"/>
              <p:cNvCxnSpPr>
                <a:endCxn id="5152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4" name="Google Shape;5154;p112"/>
              <p:cNvCxnSpPr>
                <a:stCxn id="5151" idx="6"/>
                <a:endCxn id="5152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5" name="Google Shape;5155;p112"/>
              <p:cNvCxnSpPr>
                <a:stCxn id="5149" idx="7"/>
                <a:endCxn id="5151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6" name="Google Shape;5156;p112"/>
              <p:cNvCxnSpPr>
                <a:stCxn id="5150" idx="6"/>
                <a:endCxn id="5152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7" name="Google Shape;5157;p112"/>
              <p:cNvCxnSpPr>
                <a:stCxn id="5149" idx="5"/>
                <a:endCxn id="5150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8" name="Google Shape;5158;p112"/>
              <p:cNvCxnSpPr>
                <a:stCxn id="5151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159" name="Google Shape;5159;p112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0" name="Google Shape;5160;p112"/>
            <p:cNvSpPr txBox="1"/>
            <p:nvPr/>
          </p:nvSpPr>
          <p:spPr>
            <a:xfrm>
              <a:off x="9684537" y="203736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1" name="Google Shape;5161;p112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2" name="Google Shape;5162;p112"/>
            <p:cNvSpPr txBox="1"/>
            <p:nvPr/>
          </p:nvSpPr>
          <p:spPr>
            <a:xfrm>
              <a:off x="9960614" y="153697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3" name="Google Shape;5163;p112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4" name="Google Shape;5164;p112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5165" name="Google Shape;5165;p11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523806" y="2127628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6" name="Google Shape;5166;p112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5400000">
            <a:off x="590470" y="4273952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167" name="Google Shape;5167;p112"/>
          <p:cNvSpPr/>
          <p:nvPr/>
        </p:nvSpPr>
        <p:spPr>
          <a:xfrm>
            <a:off x="1654317" y="1570445"/>
            <a:ext cx="2379785" cy="867508"/>
          </a:xfrm>
          <a:custGeom>
            <a:avLst/>
            <a:gdLst/>
            <a:ahLst/>
            <a:cxnLst/>
            <a:rect l="l" t="t" r="r" b="b"/>
            <a:pathLst>
              <a:path w="2379785" h="867508" extrusionOk="0">
                <a:moveTo>
                  <a:pt x="0" y="867508"/>
                </a:moveTo>
                <a:lnTo>
                  <a:pt x="1055077" y="0"/>
                </a:lnTo>
                <a:lnTo>
                  <a:pt x="2379785" y="867508"/>
                </a:lnTo>
              </a:path>
            </a:pathLst>
          </a:custGeom>
          <a:noFill/>
          <a:ln w="28575" cap="flat" cmpd="sng">
            <a:solidFill>
              <a:srgbClr val="BF9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68" name="Google Shape;5168;p112"/>
          <p:cNvSpPr/>
          <p:nvPr/>
        </p:nvSpPr>
        <p:spPr>
          <a:xfrm>
            <a:off x="1595702" y="3727491"/>
            <a:ext cx="2461846" cy="1230923"/>
          </a:xfrm>
          <a:custGeom>
            <a:avLst/>
            <a:gdLst/>
            <a:ahLst/>
            <a:cxnLst/>
            <a:rect l="l" t="t" r="r" b="b"/>
            <a:pathLst>
              <a:path w="2461846" h="1230923" extrusionOk="0">
                <a:moveTo>
                  <a:pt x="0" y="937846"/>
                </a:moveTo>
                <a:lnTo>
                  <a:pt x="1090246" y="1230923"/>
                </a:lnTo>
                <a:lnTo>
                  <a:pt x="1078523" y="0"/>
                </a:lnTo>
                <a:lnTo>
                  <a:pt x="2461846" y="902677"/>
                </a:lnTo>
              </a:path>
            </a:pathLst>
          </a:custGeom>
          <a:noFill/>
          <a:ln w="28575" cap="flat" cmpd="sng">
            <a:solidFill>
              <a:srgbClr val="7030A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169" name="Google Shape;5169;p112"/>
          <p:cNvGrpSpPr/>
          <p:nvPr/>
        </p:nvGrpSpPr>
        <p:grpSpPr>
          <a:xfrm>
            <a:off x="1547816" y="1548632"/>
            <a:ext cx="2584501" cy="469084"/>
            <a:chOff x="1547816" y="1548632"/>
            <a:chExt cx="2584501" cy="469084"/>
          </a:xfrm>
        </p:grpSpPr>
        <p:sp>
          <p:nvSpPr>
            <p:cNvPr id="5170" name="Google Shape;5170;p112"/>
            <p:cNvSpPr txBox="1"/>
            <p:nvPr/>
          </p:nvSpPr>
          <p:spPr>
            <a:xfrm>
              <a:off x="1547816" y="1548632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BF9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1/10</a:t>
              </a:r>
              <a:endParaRPr lang="pt-BR" sz="18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1" name="Google Shape;5171;p112"/>
            <p:cNvSpPr txBox="1"/>
            <p:nvPr/>
          </p:nvSpPr>
          <p:spPr>
            <a:xfrm>
              <a:off x="3471844" y="1643416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BF9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1/10</a:t>
              </a:r>
              <a:endParaRPr lang="pt-BR" sz="18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172" name="Google Shape;5172;p112"/>
          <p:cNvGrpSpPr/>
          <p:nvPr/>
        </p:nvGrpSpPr>
        <p:grpSpPr>
          <a:xfrm>
            <a:off x="1525393" y="3693780"/>
            <a:ext cx="2378787" cy="1539181"/>
            <a:chOff x="1525393" y="3693780"/>
            <a:chExt cx="2378787" cy="1539181"/>
          </a:xfrm>
        </p:grpSpPr>
        <p:sp>
          <p:nvSpPr>
            <p:cNvPr id="5173" name="Google Shape;5173;p112"/>
            <p:cNvSpPr txBox="1"/>
            <p:nvPr/>
          </p:nvSpPr>
          <p:spPr>
            <a:xfrm>
              <a:off x="1525393" y="4858661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7030A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1/12</a:t>
              </a:r>
              <a:endParaRPr lang="pt-BR" sz="18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4" name="Google Shape;5174;p112"/>
            <p:cNvSpPr txBox="1"/>
            <p:nvPr/>
          </p:nvSpPr>
          <p:spPr>
            <a:xfrm>
              <a:off x="3251032" y="3693780"/>
              <a:ext cx="6531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7030A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1/12</a:t>
              </a:r>
              <a:endParaRPr lang="pt-BR" sz="18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5" name="Google Shape;5175;p112"/>
            <p:cNvSpPr txBox="1"/>
            <p:nvPr/>
          </p:nvSpPr>
          <p:spPr>
            <a:xfrm>
              <a:off x="2146722" y="4219929"/>
              <a:ext cx="660473" cy="3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7030A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1/12</a:t>
              </a:r>
              <a:endParaRPr lang="pt-BR" sz="18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176" name="Google Shape;5176;p112"/>
          <p:cNvSpPr txBox="1"/>
          <p:nvPr/>
        </p:nvSpPr>
        <p:spPr>
          <a:xfrm>
            <a:off x="6102730" y="1634143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77" name="Google Shape;5177;p112"/>
          <p:cNvSpPr txBox="1"/>
          <p:nvPr/>
        </p:nvSpPr>
        <p:spPr>
          <a:xfrm>
            <a:off x="8776290" y="156832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78" name="Google Shape;5178;p112"/>
          <p:cNvSpPr txBox="1"/>
          <p:nvPr/>
        </p:nvSpPr>
        <p:spPr>
          <a:xfrm>
            <a:off x="8014732" y="224308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79" name="Google Shape;5179;p112"/>
          <p:cNvSpPr txBox="1"/>
          <p:nvPr/>
        </p:nvSpPr>
        <p:spPr>
          <a:xfrm>
            <a:off x="6263500" y="336930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0" name="Google Shape;5180;p112"/>
          <p:cNvSpPr txBox="1"/>
          <p:nvPr/>
        </p:nvSpPr>
        <p:spPr>
          <a:xfrm>
            <a:off x="9099753" y="351306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1" name="Google Shape;5181;p112"/>
          <p:cNvSpPr txBox="1"/>
          <p:nvPr/>
        </p:nvSpPr>
        <p:spPr>
          <a:xfrm>
            <a:off x="6893498" y="2553643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2" name="Google Shape;5182;p112"/>
          <p:cNvSpPr txBox="1"/>
          <p:nvPr/>
        </p:nvSpPr>
        <p:spPr>
          <a:xfrm>
            <a:off x="5568902" y="4269609"/>
            <a:ext cx="4382792" cy="530979"/>
          </a:xfrm>
          <a:prstGeom prst="rect">
            <a:avLst/>
          </a:prstGeom>
          <a:blipFill rotWithShape="1">
            <a:blip r:embed="rId3"/>
            <a:stretch>
              <a:fillRect t="-2297" b="-1953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3" name="Google Shape;5183;p112"/>
          <p:cNvSpPr txBox="1"/>
          <p:nvPr/>
        </p:nvSpPr>
        <p:spPr>
          <a:xfrm>
            <a:off x="6248622" y="4338292"/>
            <a:ext cx="1211387" cy="400110"/>
          </a:xfrm>
          <a:prstGeom prst="rect">
            <a:avLst/>
          </a:prstGeom>
          <a:blipFill rotWithShape="1">
            <a:blip r:embed="rId4"/>
            <a:stretch>
              <a:fillRect b="-92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184" name="Google Shape;5184;p112"/>
          <p:cNvGrpSpPr/>
          <p:nvPr/>
        </p:nvGrpSpPr>
        <p:grpSpPr>
          <a:xfrm>
            <a:off x="7869996" y="4278596"/>
            <a:ext cx="2352693" cy="516880"/>
            <a:chOff x="7869996" y="4278596"/>
            <a:chExt cx="2352693" cy="516880"/>
          </a:xfrm>
        </p:grpSpPr>
        <p:sp>
          <p:nvSpPr>
            <p:cNvPr id="5185" name="Google Shape;5185;p112"/>
            <p:cNvSpPr txBox="1"/>
            <p:nvPr/>
          </p:nvSpPr>
          <p:spPr>
            <a:xfrm>
              <a:off x="7869996" y="4278596"/>
              <a:ext cx="1211388" cy="497252"/>
            </a:xfrm>
            <a:prstGeom prst="rect">
              <a:avLst/>
            </a:prstGeom>
            <a:blipFill rotWithShape="1">
              <a:blip r:embed="rId5"/>
              <a:stretch>
                <a:fillRect l="-7537" t="-8640" b="-2221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</a:t>
              </a:r>
              <a:endPara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86" name="Google Shape;5186;p112"/>
            <p:cNvSpPr txBox="1"/>
            <p:nvPr/>
          </p:nvSpPr>
          <p:spPr>
            <a:xfrm>
              <a:off x="8930996" y="4298224"/>
              <a:ext cx="1291693" cy="497252"/>
            </a:xfrm>
            <a:prstGeom prst="rect">
              <a:avLst/>
            </a:prstGeom>
            <a:blipFill rotWithShape="1">
              <a:blip r:embed="rId6"/>
              <a:stretch>
                <a:fillRect b="-10975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 </a:t>
              </a:r>
              <a:endPara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187" name="Google Shape;5187;p112"/>
          <p:cNvSpPr txBox="1"/>
          <p:nvPr/>
        </p:nvSpPr>
        <p:spPr>
          <a:xfrm>
            <a:off x="6274438" y="1628018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8" name="Google Shape;5188;p112"/>
          <p:cNvSpPr txBox="1"/>
          <p:nvPr/>
        </p:nvSpPr>
        <p:spPr>
          <a:xfrm>
            <a:off x="8936612" y="1592473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89" name="Google Shape;5189;p112"/>
          <p:cNvSpPr txBox="1"/>
          <p:nvPr/>
        </p:nvSpPr>
        <p:spPr>
          <a:xfrm>
            <a:off x="8166268" y="2261167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0" name="Google Shape;5190;p112"/>
          <p:cNvSpPr txBox="1"/>
          <p:nvPr/>
        </p:nvSpPr>
        <p:spPr>
          <a:xfrm>
            <a:off x="6393406" y="337797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1" name="Google Shape;5191;p112"/>
          <p:cNvSpPr txBox="1"/>
          <p:nvPr/>
        </p:nvSpPr>
        <p:spPr>
          <a:xfrm>
            <a:off x="9221162" y="3539460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2" name="Google Shape;5192;p112"/>
          <p:cNvSpPr txBox="1"/>
          <p:nvPr/>
        </p:nvSpPr>
        <p:spPr>
          <a:xfrm>
            <a:off x="6723724" y="1649799"/>
            <a:ext cx="7924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1/10</a:t>
            </a:r>
            <a:endParaRPr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3" name="Google Shape;5193;p112"/>
          <p:cNvSpPr txBox="1"/>
          <p:nvPr/>
        </p:nvSpPr>
        <p:spPr>
          <a:xfrm>
            <a:off x="9353241" y="1599103"/>
            <a:ext cx="1184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1/10</a:t>
            </a: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4" name="Google Shape;5194;p112"/>
          <p:cNvSpPr txBox="1"/>
          <p:nvPr/>
        </p:nvSpPr>
        <p:spPr>
          <a:xfrm>
            <a:off x="8536250" y="2272967"/>
            <a:ext cx="6849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5" name="Google Shape;5195;p112"/>
          <p:cNvSpPr txBox="1"/>
          <p:nvPr/>
        </p:nvSpPr>
        <p:spPr>
          <a:xfrm>
            <a:off x="6753966" y="3373851"/>
            <a:ext cx="7441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6" name="Google Shape;5196;p112"/>
          <p:cNvSpPr txBox="1"/>
          <p:nvPr/>
        </p:nvSpPr>
        <p:spPr>
          <a:xfrm>
            <a:off x="7040557" y="255339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*0,7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00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" name="Google Shape;5202;p113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PHEROMONE UPDATE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205" name="Google Shape;5205;p113"/>
          <p:cNvGrpSpPr/>
          <p:nvPr/>
        </p:nvGrpSpPr>
        <p:grpSpPr>
          <a:xfrm>
            <a:off x="949569" y="1604656"/>
            <a:ext cx="4307176" cy="2466916"/>
            <a:chOff x="7447690" y="659295"/>
            <a:chExt cx="3995529" cy="2220631"/>
          </a:xfrm>
        </p:grpSpPr>
        <p:grpSp>
          <p:nvGrpSpPr>
            <p:cNvPr id="5206" name="Google Shape;5206;p113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207" name="Google Shape;5207;p113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08" name="Google Shape;5208;p113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09" name="Google Shape;5209;p113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10" name="Google Shape;5210;p113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211" name="Google Shape;5211;p113"/>
              <p:cNvCxnSpPr>
                <a:endCxn id="5210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2" name="Google Shape;5212;p113"/>
              <p:cNvCxnSpPr>
                <a:stCxn id="5209" idx="6"/>
                <a:endCxn id="5210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3" name="Google Shape;5213;p113"/>
              <p:cNvCxnSpPr>
                <a:stCxn id="5207" idx="7"/>
                <a:endCxn id="5209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4" name="Google Shape;5214;p113"/>
              <p:cNvCxnSpPr>
                <a:stCxn id="5208" idx="6"/>
                <a:endCxn id="5210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5" name="Google Shape;5215;p113"/>
              <p:cNvCxnSpPr>
                <a:stCxn id="5207" idx="5"/>
                <a:endCxn id="5208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6" name="Google Shape;5216;p113"/>
              <p:cNvCxnSpPr>
                <a:stCxn id="5209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217" name="Google Shape;5217;p113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18" name="Google Shape;5218;p113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19" name="Google Shape;5219;p113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0" name="Google Shape;5220;p113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1" name="Google Shape;5221;p113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2" name="Google Shape;5222;p113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223" name="Google Shape;5223;p113"/>
          <p:cNvSpPr txBox="1"/>
          <p:nvPr/>
        </p:nvSpPr>
        <p:spPr>
          <a:xfrm>
            <a:off x="956299" y="192722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4" name="Google Shape;5224;p113"/>
          <p:cNvSpPr txBox="1"/>
          <p:nvPr/>
        </p:nvSpPr>
        <p:spPr>
          <a:xfrm>
            <a:off x="3629859" y="186140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5" name="Google Shape;5225;p113"/>
          <p:cNvSpPr txBox="1"/>
          <p:nvPr/>
        </p:nvSpPr>
        <p:spPr>
          <a:xfrm>
            <a:off x="2868301" y="253616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6" name="Google Shape;5226;p113"/>
          <p:cNvSpPr txBox="1"/>
          <p:nvPr/>
        </p:nvSpPr>
        <p:spPr>
          <a:xfrm>
            <a:off x="1117069" y="3662382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7" name="Google Shape;5227;p113"/>
          <p:cNvSpPr txBox="1"/>
          <p:nvPr/>
        </p:nvSpPr>
        <p:spPr>
          <a:xfrm>
            <a:off x="3953322" y="3806139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8" name="Google Shape;5228;p113"/>
          <p:cNvSpPr txBox="1"/>
          <p:nvPr/>
        </p:nvSpPr>
        <p:spPr>
          <a:xfrm>
            <a:off x="1747067" y="284672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9" name="Google Shape;5229;p113"/>
          <p:cNvSpPr txBox="1"/>
          <p:nvPr/>
        </p:nvSpPr>
        <p:spPr>
          <a:xfrm>
            <a:off x="1128007" y="1921095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0" name="Google Shape;5230;p113"/>
          <p:cNvSpPr txBox="1"/>
          <p:nvPr/>
        </p:nvSpPr>
        <p:spPr>
          <a:xfrm>
            <a:off x="3790181" y="1885550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1" name="Google Shape;5231;p113"/>
          <p:cNvSpPr txBox="1"/>
          <p:nvPr/>
        </p:nvSpPr>
        <p:spPr>
          <a:xfrm>
            <a:off x="3019837" y="2554244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2" name="Google Shape;5232;p113"/>
          <p:cNvSpPr txBox="1"/>
          <p:nvPr/>
        </p:nvSpPr>
        <p:spPr>
          <a:xfrm>
            <a:off x="1246975" y="3671052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3" name="Google Shape;5233;p113"/>
          <p:cNvSpPr txBox="1"/>
          <p:nvPr/>
        </p:nvSpPr>
        <p:spPr>
          <a:xfrm>
            <a:off x="4074731" y="3832537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4" name="Google Shape;5234;p113"/>
          <p:cNvSpPr txBox="1"/>
          <p:nvPr/>
        </p:nvSpPr>
        <p:spPr>
          <a:xfrm>
            <a:off x="1577293" y="1942876"/>
            <a:ext cx="7924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1/10</a:t>
            </a:r>
            <a:endParaRPr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5" name="Google Shape;5235;p113"/>
          <p:cNvSpPr txBox="1"/>
          <p:nvPr/>
        </p:nvSpPr>
        <p:spPr>
          <a:xfrm>
            <a:off x="4206810" y="1892180"/>
            <a:ext cx="11844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BF9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1/10</a:t>
            </a: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6" name="Google Shape;5236;p113"/>
          <p:cNvSpPr txBox="1"/>
          <p:nvPr/>
        </p:nvSpPr>
        <p:spPr>
          <a:xfrm>
            <a:off x="3389819" y="2566044"/>
            <a:ext cx="68491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7" name="Google Shape;5237;p113"/>
          <p:cNvSpPr txBox="1"/>
          <p:nvPr/>
        </p:nvSpPr>
        <p:spPr>
          <a:xfrm>
            <a:off x="1607535" y="3666928"/>
            <a:ext cx="7441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</a:t>
            </a:r>
            <a:r>
              <a:rPr lang="pt-BR" sz="1600" b="1">
                <a:solidFill>
                  <a:srgbClr val="7030A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1/12</a:t>
            </a:r>
            <a:endParaRPr lang="pt-BR" sz="1600" b="1">
              <a:solidFill>
                <a:srgbClr val="7030A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8" name="Google Shape;5238;p113"/>
          <p:cNvSpPr txBox="1"/>
          <p:nvPr/>
        </p:nvSpPr>
        <p:spPr>
          <a:xfrm>
            <a:off x="1894126" y="2846472"/>
            <a:ext cx="5690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*0.7</a:t>
            </a:r>
            <a:endParaRPr lang="pt-BR"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239" name="Google Shape;5239;p113"/>
          <p:cNvGrpSpPr/>
          <p:nvPr/>
        </p:nvGrpSpPr>
        <p:grpSpPr>
          <a:xfrm>
            <a:off x="6520966" y="1766103"/>
            <a:ext cx="4307176" cy="2466916"/>
            <a:chOff x="7447690" y="659295"/>
            <a:chExt cx="3995529" cy="2220631"/>
          </a:xfrm>
        </p:grpSpPr>
        <p:grpSp>
          <p:nvGrpSpPr>
            <p:cNvPr id="5240" name="Google Shape;5240;p113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241" name="Google Shape;5241;p113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42" name="Google Shape;5242;p113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43" name="Google Shape;5243;p113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44" name="Google Shape;5244;p113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245" name="Google Shape;5245;p113"/>
              <p:cNvCxnSpPr>
                <a:endCxn id="5244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6" name="Google Shape;5246;p113"/>
              <p:cNvCxnSpPr>
                <a:stCxn id="5243" idx="6"/>
                <a:endCxn id="5244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7" name="Google Shape;5247;p113"/>
              <p:cNvCxnSpPr>
                <a:stCxn id="5241" idx="7"/>
                <a:endCxn id="5243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8" name="Google Shape;5248;p113"/>
              <p:cNvCxnSpPr>
                <a:stCxn id="5242" idx="6"/>
                <a:endCxn id="5244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49" name="Google Shape;5249;p113"/>
              <p:cNvCxnSpPr>
                <a:stCxn id="5241" idx="5"/>
                <a:endCxn id="5242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50" name="Google Shape;5250;p113"/>
              <p:cNvCxnSpPr>
                <a:stCxn id="5243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251" name="Google Shape;5251;p113"/>
            <p:cNvSpPr txBox="1"/>
            <p:nvPr/>
          </p:nvSpPr>
          <p:spPr>
            <a:xfrm>
              <a:off x="8285872" y="130292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2" name="Google Shape;5252;p113"/>
            <p:cNvSpPr txBox="1"/>
            <p:nvPr/>
          </p:nvSpPr>
          <p:spPr>
            <a:xfrm>
              <a:off x="9859564" y="193579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3" name="Google Shape;5253;p113"/>
            <p:cNvSpPr txBox="1"/>
            <p:nvPr/>
          </p:nvSpPr>
          <p:spPr>
            <a:xfrm>
              <a:off x="9069403" y="147396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4" name="Google Shape;5254;p113"/>
            <p:cNvSpPr txBox="1"/>
            <p:nvPr/>
          </p:nvSpPr>
          <p:spPr>
            <a:xfrm>
              <a:off x="10190749" y="125588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5" name="Google Shape;5255;p113"/>
            <p:cNvSpPr txBox="1"/>
            <p:nvPr/>
          </p:nvSpPr>
          <p:spPr>
            <a:xfrm>
              <a:off x="8341259" y="225988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6" name="Google Shape;5256;p113"/>
            <p:cNvSpPr txBox="1"/>
            <p:nvPr/>
          </p:nvSpPr>
          <p:spPr>
            <a:xfrm>
              <a:off x="9905830" y="235892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257" name="Google Shape;5257;p113"/>
          <p:cNvSpPr txBox="1"/>
          <p:nvPr/>
        </p:nvSpPr>
        <p:spPr>
          <a:xfrm>
            <a:off x="7138898" y="2147049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0.8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58" name="Google Shape;5258;p113"/>
          <p:cNvSpPr txBox="1"/>
          <p:nvPr/>
        </p:nvSpPr>
        <p:spPr>
          <a:xfrm>
            <a:off x="9201255" y="2022849"/>
            <a:ext cx="855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0.8333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59" name="Google Shape;5259;p113"/>
          <p:cNvSpPr txBox="1"/>
          <p:nvPr/>
        </p:nvSpPr>
        <p:spPr>
          <a:xfrm>
            <a:off x="8470338" y="2676133"/>
            <a:ext cx="9387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0.78333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60" name="Google Shape;5260;p113"/>
          <p:cNvSpPr txBox="1"/>
          <p:nvPr/>
        </p:nvSpPr>
        <p:spPr>
          <a:xfrm>
            <a:off x="6915750" y="3847048"/>
            <a:ext cx="950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0.78333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61" name="Google Shape;5261;p113"/>
          <p:cNvSpPr txBox="1"/>
          <p:nvPr/>
        </p:nvSpPr>
        <p:spPr>
          <a:xfrm>
            <a:off x="9411186" y="3906305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62" name="Google Shape;5262;p113"/>
          <p:cNvSpPr txBox="1"/>
          <p:nvPr/>
        </p:nvSpPr>
        <p:spPr>
          <a:xfrm>
            <a:off x="7356953" y="2923180"/>
            <a:ext cx="613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66" name="Shape 5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8" name="Google Shape;5268;p114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1" name="Google Shape;5271;p114"/>
          <p:cNvSpPr txBox="1"/>
          <p:nvPr/>
        </p:nvSpPr>
        <p:spPr>
          <a:xfrm>
            <a:off x="1258957" y="2118649"/>
            <a:ext cx="4551267" cy="9612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2" name="Google Shape;5272;p114"/>
          <p:cNvSpPr txBox="1"/>
          <p:nvPr/>
        </p:nvSpPr>
        <p:spPr>
          <a:xfrm>
            <a:off x="760461" y="1437084"/>
            <a:ext cx="69227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Probability to choose the edge from point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point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3" name="Google Shape;5273;p114"/>
          <p:cNvSpPr txBox="1"/>
          <p:nvPr/>
        </p:nvSpPr>
        <p:spPr>
          <a:xfrm>
            <a:off x="760461" y="3498183"/>
            <a:ext cx="871330" cy="411010"/>
          </a:xfrm>
          <a:prstGeom prst="rect">
            <a:avLst/>
          </a:prstGeom>
          <a:blipFill rotWithShape="1">
            <a:blip r:embed="rId2"/>
            <a:stretch>
              <a:fillRect b="-29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4" name="Google Shape;5274;p114"/>
          <p:cNvSpPr txBox="1"/>
          <p:nvPr/>
        </p:nvSpPr>
        <p:spPr>
          <a:xfrm>
            <a:off x="1433538" y="3542292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pheromone deposit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5" name="Google Shape;5275;p114"/>
          <p:cNvSpPr txBox="1"/>
          <p:nvPr/>
        </p:nvSpPr>
        <p:spPr>
          <a:xfrm>
            <a:off x="3391529" y="3442688"/>
            <a:ext cx="765313" cy="506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6" name="Google Shape;5276;p114"/>
          <p:cNvSpPr txBox="1"/>
          <p:nvPr/>
        </p:nvSpPr>
        <p:spPr>
          <a:xfrm>
            <a:off x="4025002" y="3525230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path quality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7" name="Google Shape;5277;p114"/>
          <p:cNvSpPr txBox="1"/>
          <p:nvPr/>
        </p:nvSpPr>
        <p:spPr>
          <a:xfrm>
            <a:off x="792400" y="4002940"/>
            <a:ext cx="5303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α</a:t>
            </a: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pt-BR" sz="1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β</a:t>
            </a: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are values greater than 0 that are used to control the influence of the pheromone deposit and the path distance. Most often they are set at 1.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8" name="Google Shape;5278;p114"/>
          <p:cNvSpPr/>
          <p:nvPr/>
        </p:nvSpPr>
        <p:spPr>
          <a:xfrm>
            <a:off x="5318681" y="3470089"/>
            <a:ext cx="398965" cy="421068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9" name="Google Shape;5279;p114"/>
          <p:cNvSpPr txBox="1"/>
          <p:nvPr/>
        </p:nvSpPr>
        <p:spPr>
          <a:xfrm>
            <a:off x="5634101" y="3511346"/>
            <a:ext cx="158437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(1/path length)</a:t>
            </a:r>
            <a:endParaRPr lang="pt-BR"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280" name="Google Shape;5280;p114"/>
          <p:cNvCxnSpPr/>
          <p:nvPr/>
        </p:nvCxnSpPr>
        <p:spPr>
          <a:xfrm rot="10800000" flipH="1">
            <a:off x="7602790" y="1570811"/>
            <a:ext cx="1391478" cy="80140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81" name="Google Shape;5281;p114"/>
          <p:cNvCxnSpPr/>
          <p:nvPr/>
        </p:nvCxnSpPr>
        <p:spPr>
          <a:xfrm rot="10800000" flipH="1">
            <a:off x="7602790" y="2348655"/>
            <a:ext cx="1563756" cy="400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82" name="Google Shape;5282;p114"/>
          <p:cNvCxnSpPr/>
          <p:nvPr/>
        </p:nvCxnSpPr>
        <p:spPr>
          <a:xfrm>
            <a:off x="7602790" y="2405990"/>
            <a:ext cx="1391478" cy="5836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83" name="Google Shape;5283;p114"/>
          <p:cNvSpPr txBox="1"/>
          <p:nvPr/>
        </p:nvSpPr>
        <p:spPr>
          <a:xfrm>
            <a:off x="7218477" y="2087887"/>
            <a:ext cx="3843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</a:t>
            </a:r>
            <a:endParaRPr lang="pt-BR" sz="3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4" name="Google Shape;5284;p114"/>
          <p:cNvSpPr txBox="1"/>
          <p:nvPr/>
        </p:nvSpPr>
        <p:spPr>
          <a:xfrm>
            <a:off x="9162978" y="1970919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endParaRPr lang="pt-BR" sz="3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5" name="Google Shape;5285;p114"/>
          <p:cNvSpPr txBox="1"/>
          <p:nvPr/>
        </p:nvSpPr>
        <p:spPr>
          <a:xfrm>
            <a:off x="8994268" y="2672662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</a:t>
            </a:r>
            <a:endParaRPr lang="pt-BR" sz="3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6" name="Google Shape;5286;p114"/>
          <p:cNvSpPr txBox="1"/>
          <p:nvPr/>
        </p:nvSpPr>
        <p:spPr>
          <a:xfrm>
            <a:off x="8969037" y="1244073"/>
            <a:ext cx="3878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</a:t>
            </a:r>
            <a:endParaRPr lang="pt-BR" sz="3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90" name="Shape 5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2" name="Google Shape;5292;p115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295" name="Google Shape;5295;p115"/>
          <p:cNvGrpSpPr/>
          <p:nvPr/>
        </p:nvGrpSpPr>
        <p:grpSpPr>
          <a:xfrm>
            <a:off x="8585062" y="3079877"/>
            <a:ext cx="3024823" cy="1799848"/>
            <a:chOff x="7447690" y="659295"/>
            <a:chExt cx="3995529" cy="2326490"/>
          </a:xfrm>
        </p:grpSpPr>
        <p:grpSp>
          <p:nvGrpSpPr>
            <p:cNvPr id="5296" name="Google Shape;5296;p115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297" name="Google Shape;5297;p115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98" name="Google Shape;5298;p115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99" name="Google Shape;5299;p115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00" name="Google Shape;5300;p115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301" name="Google Shape;5301;p115"/>
              <p:cNvCxnSpPr>
                <a:endCxn id="5300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2" name="Google Shape;5302;p115"/>
              <p:cNvCxnSpPr>
                <a:stCxn id="5299" idx="6"/>
                <a:endCxn id="5300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3" name="Google Shape;5303;p115"/>
              <p:cNvCxnSpPr>
                <a:stCxn id="5297" idx="7"/>
                <a:endCxn id="5299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4" name="Google Shape;5304;p115"/>
              <p:cNvCxnSpPr>
                <a:stCxn id="5298" idx="6"/>
                <a:endCxn id="5300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5" name="Google Shape;5305;p115"/>
              <p:cNvCxnSpPr>
                <a:stCxn id="5297" idx="5"/>
                <a:endCxn id="5298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06" name="Google Shape;5306;p115"/>
              <p:cNvCxnSpPr>
                <a:stCxn id="5299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307" name="Google Shape;5307;p115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08" name="Google Shape;5308;p115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09" name="Google Shape;5309;p115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0" name="Google Shape;5310;p115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1" name="Google Shape;5311;p115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2" name="Google Shape;5312;p115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313" name="Google Shape;5313;p115"/>
          <p:cNvGrpSpPr/>
          <p:nvPr/>
        </p:nvGrpSpPr>
        <p:grpSpPr>
          <a:xfrm>
            <a:off x="8552458" y="1285773"/>
            <a:ext cx="3024823" cy="1717952"/>
            <a:chOff x="7447690" y="659295"/>
            <a:chExt cx="3995529" cy="2220631"/>
          </a:xfrm>
        </p:grpSpPr>
        <p:grpSp>
          <p:nvGrpSpPr>
            <p:cNvPr id="5314" name="Google Shape;5314;p115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315" name="Google Shape;5315;p115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16" name="Google Shape;5316;p115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17" name="Google Shape;5317;p115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18" name="Google Shape;5318;p115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319" name="Google Shape;5319;p115"/>
              <p:cNvCxnSpPr>
                <a:endCxn id="5318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0" name="Google Shape;5320;p115"/>
              <p:cNvCxnSpPr>
                <a:stCxn id="5317" idx="6"/>
                <a:endCxn id="5318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1" name="Google Shape;5321;p115"/>
              <p:cNvCxnSpPr>
                <a:stCxn id="5315" idx="7"/>
                <a:endCxn id="5317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2" name="Google Shape;5322;p115"/>
              <p:cNvCxnSpPr>
                <a:stCxn id="5316" idx="6"/>
                <a:endCxn id="5318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3" name="Google Shape;5323;p115"/>
              <p:cNvCxnSpPr>
                <a:stCxn id="5315" idx="5"/>
                <a:endCxn id="5316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24" name="Google Shape;5324;p115"/>
              <p:cNvCxnSpPr>
                <a:stCxn id="5317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325" name="Google Shape;5325;p115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6" name="Google Shape;5326;p115"/>
            <p:cNvSpPr txBox="1"/>
            <p:nvPr/>
          </p:nvSpPr>
          <p:spPr>
            <a:xfrm>
              <a:off x="9888593" y="167588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7" name="Google Shape;5327;p115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8" name="Google Shape;5328;p115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9" name="Google Shape;5329;p115"/>
            <p:cNvSpPr txBox="1"/>
            <p:nvPr/>
          </p:nvSpPr>
          <p:spPr>
            <a:xfrm>
              <a:off x="8333792" y="21560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0" name="Google Shape;5330;p115"/>
            <p:cNvSpPr txBox="1"/>
            <p:nvPr/>
          </p:nvSpPr>
          <p:spPr>
            <a:xfrm>
              <a:off x="10088056" y="22195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5331" name="Google Shape;5331;p11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1114493" y="4623686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2" name="Google Shape;5332;p115"/>
          <p:cNvGrpSpPr/>
          <p:nvPr/>
        </p:nvGrpSpPr>
        <p:grpSpPr>
          <a:xfrm>
            <a:off x="1967262" y="3934039"/>
            <a:ext cx="3024823" cy="1717952"/>
            <a:chOff x="2100471" y="1335157"/>
            <a:chExt cx="3995529" cy="2220631"/>
          </a:xfrm>
        </p:grpSpPr>
        <p:sp>
          <p:nvSpPr>
            <p:cNvPr id="5333" name="Google Shape;5333;p115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4" name="Google Shape;5334;p115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rgbClr val="92D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5" name="Google Shape;5335;p115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6" name="Google Shape;5336;p115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5337" name="Google Shape;5337;p115"/>
            <p:cNvCxnSpPr>
              <a:endCxn id="5336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38" name="Google Shape;5338;p115"/>
            <p:cNvCxnSpPr>
              <a:stCxn id="5333" idx="7"/>
              <a:endCxn id="5335" idx="3"/>
            </p:cNvCxnSpPr>
            <p:nvPr/>
          </p:nvCxnSpPr>
          <p:spPr>
            <a:xfrm rot="10800000" flipH="1">
              <a:off x="2428503" y="1629360"/>
              <a:ext cx="1272000" cy="1011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39" name="Google Shape;5339;p115"/>
            <p:cNvCxnSpPr>
              <a:stCxn id="5333" idx="5"/>
              <a:endCxn id="5334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340" name="Google Shape;5340;p115"/>
          <p:cNvSpPr txBox="1"/>
          <p:nvPr/>
        </p:nvSpPr>
        <p:spPr>
          <a:xfrm>
            <a:off x="1467596" y="2055945"/>
            <a:ext cx="4551267" cy="96122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1" name="Google Shape;5341;p115"/>
          <p:cNvSpPr txBox="1"/>
          <p:nvPr/>
        </p:nvSpPr>
        <p:spPr>
          <a:xfrm>
            <a:off x="969100" y="3435479"/>
            <a:ext cx="871330" cy="411010"/>
          </a:xfrm>
          <a:prstGeom prst="rect">
            <a:avLst/>
          </a:prstGeom>
          <a:blipFill rotWithShape="1">
            <a:blip r:embed="rId3"/>
            <a:stretch>
              <a:fillRect b="-29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2" name="Google Shape;5342;p115"/>
          <p:cNvSpPr txBox="1"/>
          <p:nvPr/>
        </p:nvSpPr>
        <p:spPr>
          <a:xfrm>
            <a:off x="1642177" y="3479588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pheromone deposit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3" name="Google Shape;5343;p115"/>
          <p:cNvSpPr txBox="1"/>
          <p:nvPr/>
        </p:nvSpPr>
        <p:spPr>
          <a:xfrm>
            <a:off x="3600168" y="3379984"/>
            <a:ext cx="765313" cy="50687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4" name="Google Shape;5344;p115"/>
          <p:cNvSpPr txBox="1"/>
          <p:nvPr/>
        </p:nvSpPr>
        <p:spPr>
          <a:xfrm>
            <a:off x="4233641" y="3462526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path quality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5" name="Google Shape;5345;p115"/>
          <p:cNvSpPr txBox="1"/>
          <p:nvPr/>
        </p:nvSpPr>
        <p:spPr>
          <a:xfrm>
            <a:off x="687820" y="1359346"/>
            <a:ext cx="6422217" cy="402546"/>
          </a:xfrm>
          <a:prstGeom prst="rect">
            <a:avLst/>
          </a:prstGeom>
          <a:blipFill rotWithShape="1">
            <a:blip r:embed="rId5"/>
            <a:stretch>
              <a:fillRect t="-6060" b="-1818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49" name="Shape 5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1" name="Google Shape;5351;p11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54" name="Google Shape;5354;p11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1097146" y="4584328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5" name="Google Shape;5355;p116"/>
          <p:cNvGrpSpPr/>
          <p:nvPr/>
        </p:nvGrpSpPr>
        <p:grpSpPr>
          <a:xfrm>
            <a:off x="7770244" y="4011013"/>
            <a:ext cx="3024823" cy="1799848"/>
            <a:chOff x="7447690" y="659295"/>
            <a:chExt cx="3995529" cy="2326490"/>
          </a:xfrm>
        </p:grpSpPr>
        <p:grpSp>
          <p:nvGrpSpPr>
            <p:cNvPr id="5356" name="Google Shape;5356;p116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357" name="Google Shape;5357;p116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58" name="Google Shape;5358;p116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59" name="Google Shape;5359;p116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60" name="Google Shape;5360;p116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361" name="Google Shape;5361;p116"/>
              <p:cNvCxnSpPr>
                <a:endCxn id="5360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62" name="Google Shape;5362;p116"/>
              <p:cNvCxnSpPr>
                <a:stCxn id="5359" idx="6"/>
                <a:endCxn id="5360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63" name="Google Shape;5363;p116"/>
              <p:cNvCxnSpPr>
                <a:stCxn id="5357" idx="7"/>
                <a:endCxn id="5359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64" name="Google Shape;5364;p116"/>
              <p:cNvCxnSpPr>
                <a:stCxn id="5358" idx="6"/>
                <a:endCxn id="5360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65" name="Google Shape;5365;p116"/>
              <p:cNvCxnSpPr>
                <a:stCxn id="5357" idx="5"/>
                <a:endCxn id="5358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66" name="Google Shape;5366;p116"/>
              <p:cNvCxnSpPr>
                <a:stCxn id="5359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367" name="Google Shape;5367;p116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68" name="Google Shape;5368;p116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69" name="Google Shape;5369;p116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70" name="Google Shape;5370;p116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71" name="Google Shape;5371;p116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72" name="Google Shape;5372;p116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373" name="Google Shape;5373;p116"/>
          <p:cNvGrpSpPr/>
          <p:nvPr/>
        </p:nvGrpSpPr>
        <p:grpSpPr>
          <a:xfrm>
            <a:off x="7737640" y="2216909"/>
            <a:ext cx="3024823" cy="1717952"/>
            <a:chOff x="7447690" y="659295"/>
            <a:chExt cx="3995529" cy="2220631"/>
          </a:xfrm>
        </p:grpSpPr>
        <p:grpSp>
          <p:nvGrpSpPr>
            <p:cNvPr id="5374" name="Google Shape;5374;p116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375" name="Google Shape;5375;p116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76" name="Google Shape;5376;p116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77" name="Google Shape;5377;p116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78" name="Google Shape;5378;p116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379" name="Google Shape;5379;p116"/>
              <p:cNvCxnSpPr>
                <a:endCxn id="5378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80" name="Google Shape;5380;p116"/>
              <p:cNvCxnSpPr>
                <a:stCxn id="5377" idx="6"/>
                <a:endCxn id="5378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81" name="Google Shape;5381;p116"/>
              <p:cNvCxnSpPr>
                <a:stCxn id="5375" idx="7"/>
                <a:endCxn id="5377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82" name="Google Shape;5382;p116"/>
              <p:cNvCxnSpPr>
                <a:stCxn id="5376" idx="6"/>
                <a:endCxn id="5378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83" name="Google Shape;5383;p116"/>
              <p:cNvCxnSpPr>
                <a:stCxn id="5375" idx="5"/>
                <a:endCxn id="5376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84" name="Google Shape;5384;p116"/>
              <p:cNvCxnSpPr>
                <a:stCxn id="5377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385" name="Google Shape;5385;p116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86" name="Google Shape;5386;p116"/>
            <p:cNvSpPr txBox="1"/>
            <p:nvPr/>
          </p:nvSpPr>
          <p:spPr>
            <a:xfrm>
              <a:off x="9888593" y="167588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87" name="Google Shape;5387;p116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88" name="Google Shape;5388;p116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89" name="Google Shape;5389;p116"/>
            <p:cNvSpPr txBox="1"/>
            <p:nvPr/>
          </p:nvSpPr>
          <p:spPr>
            <a:xfrm>
              <a:off x="8333792" y="21560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90" name="Google Shape;5390;p116"/>
            <p:cNvSpPr txBox="1"/>
            <p:nvPr/>
          </p:nvSpPr>
          <p:spPr>
            <a:xfrm>
              <a:off x="10088056" y="221959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391" name="Google Shape;5391;p116"/>
          <p:cNvSpPr txBox="1"/>
          <p:nvPr/>
        </p:nvSpPr>
        <p:spPr>
          <a:xfrm>
            <a:off x="6355227" y="1098382"/>
            <a:ext cx="938492" cy="659861"/>
          </a:xfrm>
          <a:prstGeom prst="rect">
            <a:avLst/>
          </a:prstGeom>
          <a:blipFill rotWithShape="1">
            <a:blip r:embed="rId2"/>
            <a:stretch>
              <a:fillRect r="-196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392" name="Google Shape;5392;p116"/>
          <p:cNvCxnSpPr/>
          <p:nvPr/>
        </p:nvCxnSpPr>
        <p:spPr>
          <a:xfrm>
            <a:off x="7572014" y="1531447"/>
            <a:ext cx="287935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93" name="Google Shape;5393;p116"/>
          <p:cNvSpPr txBox="1"/>
          <p:nvPr/>
        </p:nvSpPr>
        <p:spPr>
          <a:xfrm>
            <a:off x="8331559" y="1098382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94" name="Google Shape;5394;p116"/>
          <p:cNvSpPr txBox="1"/>
          <p:nvPr/>
        </p:nvSpPr>
        <p:spPr>
          <a:xfrm>
            <a:off x="7260915" y="166087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395" name="Google Shape;5395;p116"/>
          <p:cNvGrpSpPr/>
          <p:nvPr/>
        </p:nvGrpSpPr>
        <p:grpSpPr>
          <a:xfrm>
            <a:off x="1949915" y="3894681"/>
            <a:ext cx="3024823" cy="1717952"/>
            <a:chOff x="2100471" y="1335157"/>
            <a:chExt cx="3995529" cy="2220631"/>
          </a:xfrm>
        </p:grpSpPr>
        <p:sp>
          <p:nvSpPr>
            <p:cNvPr id="5396" name="Google Shape;5396;p116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97" name="Google Shape;5397;p116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rgbClr val="92D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98" name="Google Shape;5398;p116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99" name="Google Shape;5399;p116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5400" name="Google Shape;5400;p116"/>
            <p:cNvCxnSpPr>
              <a:endCxn id="5399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01" name="Google Shape;5401;p116"/>
            <p:cNvCxnSpPr>
              <a:stCxn id="5396" idx="7"/>
              <a:endCxn id="5398" idx="3"/>
            </p:cNvCxnSpPr>
            <p:nvPr/>
          </p:nvCxnSpPr>
          <p:spPr>
            <a:xfrm rot="10800000" flipH="1">
              <a:off x="2428503" y="1629360"/>
              <a:ext cx="1272000" cy="1011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02" name="Google Shape;5402;p116"/>
            <p:cNvCxnSpPr>
              <a:stCxn id="5396" idx="5"/>
              <a:endCxn id="5397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403" name="Google Shape;5403;p116"/>
          <p:cNvSpPr txBox="1"/>
          <p:nvPr/>
        </p:nvSpPr>
        <p:spPr>
          <a:xfrm>
            <a:off x="2270142" y="4146091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4" name="Google Shape;5404;p116"/>
          <p:cNvSpPr txBox="1"/>
          <p:nvPr/>
        </p:nvSpPr>
        <p:spPr>
          <a:xfrm>
            <a:off x="10487860" y="1291538"/>
            <a:ext cx="1037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5" name="Google Shape;5405;p116"/>
          <p:cNvSpPr txBox="1"/>
          <p:nvPr/>
        </p:nvSpPr>
        <p:spPr>
          <a:xfrm>
            <a:off x="8291669" y="167418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6" name="Google Shape;5406;p116"/>
          <p:cNvSpPr txBox="1"/>
          <p:nvPr/>
        </p:nvSpPr>
        <p:spPr>
          <a:xfrm>
            <a:off x="9484578" y="164990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7" name="Google Shape;5407;p116"/>
          <p:cNvSpPr txBox="1"/>
          <p:nvPr/>
        </p:nvSpPr>
        <p:spPr>
          <a:xfrm>
            <a:off x="915014" y="1112214"/>
            <a:ext cx="4551267" cy="96122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8" name="Google Shape;5408;p116"/>
          <p:cNvSpPr txBox="1"/>
          <p:nvPr/>
        </p:nvSpPr>
        <p:spPr>
          <a:xfrm>
            <a:off x="416518" y="2491748"/>
            <a:ext cx="871330" cy="411010"/>
          </a:xfrm>
          <a:prstGeom prst="rect">
            <a:avLst/>
          </a:prstGeom>
          <a:blipFill rotWithShape="1">
            <a:blip r:embed="rId4"/>
            <a:stretch>
              <a:fillRect b="-29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09" name="Google Shape;5409;p116"/>
          <p:cNvSpPr txBox="1"/>
          <p:nvPr/>
        </p:nvSpPr>
        <p:spPr>
          <a:xfrm>
            <a:off x="1089595" y="2535857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pheromone deposit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10" name="Google Shape;5410;p116"/>
          <p:cNvSpPr txBox="1"/>
          <p:nvPr/>
        </p:nvSpPr>
        <p:spPr>
          <a:xfrm>
            <a:off x="3047586" y="2436253"/>
            <a:ext cx="765313" cy="50687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11" name="Google Shape;5411;p116"/>
          <p:cNvSpPr txBox="1"/>
          <p:nvPr/>
        </p:nvSpPr>
        <p:spPr>
          <a:xfrm>
            <a:off x="3681059" y="2518795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path quality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15" name="Shape 5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" name="Google Shape;5417;p11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20" name="Google Shape;5420;p11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860637" y="4271134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1" name="Google Shape;5421;p117"/>
          <p:cNvGrpSpPr/>
          <p:nvPr/>
        </p:nvGrpSpPr>
        <p:grpSpPr>
          <a:xfrm>
            <a:off x="7874405" y="3995583"/>
            <a:ext cx="3024823" cy="1717952"/>
            <a:chOff x="7447690" y="659295"/>
            <a:chExt cx="3995529" cy="2220631"/>
          </a:xfrm>
        </p:grpSpPr>
        <p:grpSp>
          <p:nvGrpSpPr>
            <p:cNvPr id="5422" name="Google Shape;5422;p117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423" name="Google Shape;5423;p117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24" name="Google Shape;5424;p117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25" name="Google Shape;5425;p117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26" name="Google Shape;5426;p117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427" name="Google Shape;5427;p117"/>
              <p:cNvCxnSpPr>
                <a:endCxn id="5426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28" name="Google Shape;5428;p117"/>
              <p:cNvCxnSpPr>
                <a:stCxn id="5425" idx="6"/>
                <a:endCxn id="5426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29" name="Google Shape;5429;p117"/>
              <p:cNvCxnSpPr>
                <a:stCxn id="5423" idx="7"/>
                <a:endCxn id="5425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30" name="Google Shape;5430;p117"/>
              <p:cNvCxnSpPr>
                <a:stCxn id="5424" idx="6"/>
                <a:endCxn id="5426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31" name="Google Shape;5431;p117"/>
              <p:cNvCxnSpPr>
                <a:stCxn id="5423" idx="5"/>
                <a:endCxn id="5424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32" name="Google Shape;5432;p117"/>
              <p:cNvCxnSpPr>
                <a:stCxn id="5425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433" name="Google Shape;5433;p117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34" name="Google Shape;5434;p117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35" name="Google Shape;5435;p117"/>
            <p:cNvSpPr txBox="1"/>
            <p:nvPr/>
          </p:nvSpPr>
          <p:spPr>
            <a:xfrm>
              <a:off x="9124053" y="139834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36" name="Google Shape;5436;p117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37" name="Google Shape;5437;p117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38" name="Google Shape;5438;p117"/>
            <p:cNvSpPr txBox="1"/>
            <p:nvPr/>
          </p:nvSpPr>
          <p:spPr>
            <a:xfrm>
              <a:off x="9907145" y="2353876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439" name="Google Shape;5439;p117"/>
          <p:cNvGrpSpPr/>
          <p:nvPr/>
        </p:nvGrpSpPr>
        <p:grpSpPr>
          <a:xfrm>
            <a:off x="7841801" y="2176749"/>
            <a:ext cx="3024823" cy="1717952"/>
            <a:chOff x="7447690" y="659295"/>
            <a:chExt cx="3995529" cy="2220631"/>
          </a:xfrm>
        </p:grpSpPr>
        <p:grpSp>
          <p:nvGrpSpPr>
            <p:cNvPr id="5440" name="Google Shape;5440;p117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441" name="Google Shape;5441;p117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42" name="Google Shape;5442;p117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43" name="Google Shape;5443;p117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44" name="Google Shape;5444;p117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445" name="Google Shape;5445;p117"/>
              <p:cNvCxnSpPr>
                <a:endCxn id="5444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46" name="Google Shape;5446;p117"/>
              <p:cNvCxnSpPr>
                <a:stCxn id="5443" idx="6"/>
                <a:endCxn id="5444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47" name="Google Shape;5447;p117"/>
              <p:cNvCxnSpPr>
                <a:stCxn id="5441" idx="7"/>
                <a:endCxn id="5443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48" name="Google Shape;5448;p117"/>
              <p:cNvCxnSpPr>
                <a:stCxn id="5442" idx="6"/>
                <a:endCxn id="5444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49" name="Google Shape;5449;p117"/>
              <p:cNvCxnSpPr>
                <a:stCxn id="5441" idx="5"/>
                <a:endCxn id="5442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50" name="Google Shape;5450;p117"/>
              <p:cNvCxnSpPr>
                <a:stCxn id="5443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451" name="Google Shape;5451;p117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52" name="Google Shape;5452;p117"/>
            <p:cNvSpPr txBox="1"/>
            <p:nvPr/>
          </p:nvSpPr>
          <p:spPr>
            <a:xfrm>
              <a:off x="9940672" y="1813200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53" name="Google Shape;5453;p117"/>
            <p:cNvSpPr txBox="1"/>
            <p:nvPr/>
          </p:nvSpPr>
          <p:spPr>
            <a:xfrm>
              <a:off x="9203603" y="1433102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54" name="Google Shape;5454;p117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55" name="Google Shape;5455;p117"/>
            <p:cNvSpPr txBox="1"/>
            <p:nvPr/>
          </p:nvSpPr>
          <p:spPr>
            <a:xfrm>
              <a:off x="8385701" y="2192844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56" name="Google Shape;5456;p117"/>
            <p:cNvSpPr txBox="1"/>
            <p:nvPr/>
          </p:nvSpPr>
          <p:spPr>
            <a:xfrm>
              <a:off x="9962671" y="2391026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457" name="Google Shape;5457;p117"/>
          <p:cNvSpPr txBox="1"/>
          <p:nvPr/>
        </p:nvSpPr>
        <p:spPr>
          <a:xfrm>
            <a:off x="6266079" y="1083328"/>
            <a:ext cx="938492" cy="659861"/>
          </a:xfrm>
          <a:prstGeom prst="rect">
            <a:avLst/>
          </a:prstGeom>
          <a:blipFill rotWithShape="1">
            <a:blip r:embed="rId2"/>
            <a:stretch>
              <a:fillRect r="-12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458" name="Google Shape;5458;p117"/>
          <p:cNvCxnSpPr/>
          <p:nvPr/>
        </p:nvCxnSpPr>
        <p:spPr>
          <a:xfrm>
            <a:off x="7482866" y="1516393"/>
            <a:ext cx="287935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59" name="Google Shape;5459;p117"/>
          <p:cNvSpPr txBox="1"/>
          <p:nvPr/>
        </p:nvSpPr>
        <p:spPr>
          <a:xfrm>
            <a:off x="8242411" y="108332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460" name="Google Shape;5460;p117"/>
          <p:cNvGrpSpPr/>
          <p:nvPr/>
        </p:nvGrpSpPr>
        <p:grpSpPr>
          <a:xfrm>
            <a:off x="2095298" y="3599468"/>
            <a:ext cx="3024823" cy="1717952"/>
            <a:chOff x="2100471" y="1335157"/>
            <a:chExt cx="3995529" cy="2220631"/>
          </a:xfrm>
        </p:grpSpPr>
        <p:sp>
          <p:nvSpPr>
            <p:cNvPr id="5461" name="Google Shape;5461;p117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62" name="Google Shape;5462;p117"/>
            <p:cNvSpPr/>
            <p:nvPr/>
          </p:nvSpPr>
          <p:spPr>
            <a:xfrm>
              <a:off x="3677441" y="3211232"/>
              <a:ext cx="384313" cy="344556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rgbClr val="92D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63" name="Google Shape;5463;p117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64" name="Google Shape;5464;p117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5465" name="Google Shape;5465;p117"/>
            <p:cNvCxnSpPr>
              <a:endCxn id="5464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66" name="Google Shape;5466;p117"/>
            <p:cNvCxnSpPr>
              <a:stCxn id="5461" idx="7"/>
              <a:endCxn id="5463" idx="3"/>
            </p:cNvCxnSpPr>
            <p:nvPr/>
          </p:nvCxnSpPr>
          <p:spPr>
            <a:xfrm rot="10800000" flipH="1">
              <a:off x="2428503" y="1629360"/>
              <a:ext cx="1272000" cy="1011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67" name="Google Shape;5467;p117"/>
            <p:cNvCxnSpPr>
              <a:stCxn id="5461" idx="5"/>
              <a:endCxn id="5462" idx="1"/>
            </p:cNvCxnSpPr>
            <p:nvPr/>
          </p:nvCxnSpPr>
          <p:spPr>
            <a:xfrm>
              <a:off x="2428503" y="2884898"/>
              <a:ext cx="1305300" cy="376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468" name="Google Shape;5468;p117"/>
          <p:cNvSpPr txBox="1"/>
          <p:nvPr/>
        </p:nvSpPr>
        <p:spPr>
          <a:xfrm>
            <a:off x="3441373" y="4328100"/>
            <a:ext cx="6897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69" name="Google Shape;5469;p117"/>
          <p:cNvSpPr txBox="1"/>
          <p:nvPr/>
        </p:nvSpPr>
        <p:spPr>
          <a:xfrm>
            <a:off x="10596997" y="1335395"/>
            <a:ext cx="1037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0" name="Google Shape;5470;p117"/>
          <p:cNvSpPr txBox="1"/>
          <p:nvPr/>
        </p:nvSpPr>
        <p:spPr>
          <a:xfrm>
            <a:off x="2250771" y="3895630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471" name="Google Shape;5471;p117"/>
          <p:cNvCxnSpPr/>
          <p:nvPr/>
        </p:nvCxnSpPr>
        <p:spPr>
          <a:xfrm>
            <a:off x="7572014" y="1531447"/>
            <a:ext cx="287935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72" name="Google Shape;5472;p117"/>
          <p:cNvSpPr txBox="1"/>
          <p:nvPr/>
        </p:nvSpPr>
        <p:spPr>
          <a:xfrm>
            <a:off x="7260915" y="166087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3" name="Google Shape;5473;p117"/>
          <p:cNvSpPr txBox="1"/>
          <p:nvPr/>
        </p:nvSpPr>
        <p:spPr>
          <a:xfrm>
            <a:off x="8291669" y="167418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4" name="Google Shape;5474;p117"/>
          <p:cNvSpPr txBox="1"/>
          <p:nvPr/>
        </p:nvSpPr>
        <p:spPr>
          <a:xfrm>
            <a:off x="9484578" y="164990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5" name="Google Shape;5475;p117"/>
          <p:cNvSpPr txBox="1"/>
          <p:nvPr/>
        </p:nvSpPr>
        <p:spPr>
          <a:xfrm>
            <a:off x="969436" y="976355"/>
            <a:ext cx="4551267" cy="96122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6" name="Google Shape;5476;p117"/>
          <p:cNvSpPr txBox="1"/>
          <p:nvPr/>
        </p:nvSpPr>
        <p:spPr>
          <a:xfrm>
            <a:off x="470940" y="2355889"/>
            <a:ext cx="871330" cy="411010"/>
          </a:xfrm>
          <a:prstGeom prst="rect">
            <a:avLst/>
          </a:prstGeom>
          <a:blipFill rotWithShape="1">
            <a:blip r:embed="rId4"/>
            <a:stretch>
              <a:fillRect b="-29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7" name="Google Shape;5477;p117"/>
          <p:cNvSpPr txBox="1"/>
          <p:nvPr/>
        </p:nvSpPr>
        <p:spPr>
          <a:xfrm>
            <a:off x="1144017" y="2399998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pheromone deposit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8" name="Google Shape;5478;p117"/>
          <p:cNvSpPr txBox="1"/>
          <p:nvPr/>
        </p:nvSpPr>
        <p:spPr>
          <a:xfrm>
            <a:off x="3102008" y="2300394"/>
            <a:ext cx="765313" cy="50687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9" name="Google Shape;5479;p117"/>
          <p:cNvSpPr txBox="1"/>
          <p:nvPr/>
        </p:nvSpPr>
        <p:spPr>
          <a:xfrm>
            <a:off x="3735481" y="2382936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path quality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83" name="Shape 5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5" name="Google Shape;5485;p118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PROBABILITY OF EDGE SELECTION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88" name="Google Shape;5488;p118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5400000">
            <a:off x="1258006" y="4447800"/>
            <a:ext cx="771922" cy="771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9" name="Google Shape;5489;p118"/>
          <p:cNvGrpSpPr/>
          <p:nvPr/>
        </p:nvGrpSpPr>
        <p:grpSpPr>
          <a:xfrm>
            <a:off x="8087097" y="4031256"/>
            <a:ext cx="3024823" cy="1799848"/>
            <a:chOff x="7447690" y="659295"/>
            <a:chExt cx="3995529" cy="2326490"/>
          </a:xfrm>
        </p:grpSpPr>
        <p:grpSp>
          <p:nvGrpSpPr>
            <p:cNvPr id="5490" name="Google Shape;5490;p118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491" name="Google Shape;5491;p118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92" name="Google Shape;5492;p118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93" name="Google Shape;5493;p118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94" name="Google Shape;5494;p118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495" name="Google Shape;5495;p118"/>
              <p:cNvCxnSpPr>
                <a:endCxn id="5494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96" name="Google Shape;5496;p118"/>
              <p:cNvCxnSpPr>
                <a:stCxn id="5493" idx="6"/>
                <a:endCxn id="5494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97" name="Google Shape;5497;p118"/>
              <p:cNvCxnSpPr>
                <a:stCxn id="5491" idx="7"/>
                <a:endCxn id="5493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98" name="Google Shape;5498;p118"/>
              <p:cNvCxnSpPr>
                <a:stCxn id="5492" idx="6"/>
                <a:endCxn id="5494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99" name="Google Shape;5499;p118"/>
              <p:cNvCxnSpPr>
                <a:stCxn id="5491" idx="5"/>
                <a:endCxn id="5492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00" name="Google Shape;5500;p118"/>
              <p:cNvCxnSpPr>
                <a:stCxn id="5493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501" name="Google Shape;5501;p118"/>
            <p:cNvSpPr txBox="1"/>
            <p:nvPr/>
          </p:nvSpPr>
          <p:spPr>
            <a:xfrm>
              <a:off x="8136446" y="1090063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02" name="Google Shape;5502;p118"/>
            <p:cNvSpPr txBox="1"/>
            <p:nvPr/>
          </p:nvSpPr>
          <p:spPr>
            <a:xfrm>
              <a:off x="9783799" y="1692200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9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03" name="Google Shape;5503;p118"/>
            <p:cNvSpPr txBox="1"/>
            <p:nvPr/>
          </p:nvSpPr>
          <p:spPr>
            <a:xfrm>
              <a:off x="9124897" y="143202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04" name="Google Shape;5504;p118"/>
            <p:cNvSpPr txBox="1"/>
            <p:nvPr/>
          </p:nvSpPr>
          <p:spPr>
            <a:xfrm>
              <a:off x="10192064" y="1021769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05" name="Google Shape;5505;p118"/>
            <p:cNvSpPr txBox="1"/>
            <p:nvPr/>
          </p:nvSpPr>
          <p:spPr>
            <a:xfrm>
              <a:off x="8386960" y="2363548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06" name="Google Shape;5506;p118"/>
            <p:cNvSpPr txBox="1"/>
            <p:nvPr/>
          </p:nvSpPr>
          <p:spPr>
            <a:xfrm>
              <a:off x="9926258" y="2508385"/>
              <a:ext cx="284920" cy="4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507" name="Google Shape;5507;p118"/>
          <p:cNvGrpSpPr/>
          <p:nvPr/>
        </p:nvGrpSpPr>
        <p:grpSpPr>
          <a:xfrm>
            <a:off x="8064335" y="2259075"/>
            <a:ext cx="3024823" cy="1717952"/>
            <a:chOff x="7447690" y="659295"/>
            <a:chExt cx="3995529" cy="2220631"/>
          </a:xfrm>
        </p:grpSpPr>
        <p:grpSp>
          <p:nvGrpSpPr>
            <p:cNvPr id="5508" name="Google Shape;5508;p118"/>
            <p:cNvGrpSpPr/>
            <p:nvPr/>
          </p:nvGrpSpPr>
          <p:grpSpPr>
            <a:xfrm>
              <a:off x="7447690" y="659295"/>
              <a:ext cx="3995529" cy="2220631"/>
              <a:chOff x="2100471" y="1335157"/>
              <a:chExt cx="3995529" cy="2220631"/>
            </a:xfrm>
          </p:grpSpPr>
          <p:sp>
            <p:nvSpPr>
              <p:cNvPr id="5509" name="Google Shape;5509;p118"/>
              <p:cNvSpPr/>
              <p:nvPr/>
            </p:nvSpPr>
            <p:spPr>
              <a:xfrm>
                <a:off x="2100471" y="2590801"/>
                <a:ext cx="384313" cy="344556"/>
              </a:xfrm>
              <a:prstGeom prst="ellipse">
                <a:avLst/>
              </a:prstGeom>
              <a:solidFill>
                <a:srgbClr val="00B0F0"/>
              </a:solidFill>
              <a:ln w="12700" cap="flat" cmpd="sng">
                <a:solidFill>
                  <a:srgbClr val="00B0F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0" name="Google Shape;5510;p118"/>
              <p:cNvSpPr/>
              <p:nvPr/>
            </p:nvSpPr>
            <p:spPr>
              <a:xfrm>
                <a:off x="3677441" y="3211232"/>
                <a:ext cx="384313" cy="344556"/>
              </a:xfrm>
              <a:prstGeom prst="ellipse">
                <a:avLst/>
              </a:prstGeom>
              <a:solidFill>
                <a:srgbClr val="92D050"/>
              </a:solidFill>
              <a:ln w="12700" cap="flat" cmpd="sng">
                <a:solidFill>
                  <a:srgbClr val="92D05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1" name="Google Shape;5511;p118"/>
              <p:cNvSpPr/>
              <p:nvPr/>
            </p:nvSpPr>
            <p:spPr>
              <a:xfrm>
                <a:off x="3644348" y="1335157"/>
                <a:ext cx="384313" cy="344556"/>
              </a:xfrm>
              <a:prstGeom prst="ellipse">
                <a:avLst/>
              </a:prstGeom>
              <a:solidFill>
                <a:srgbClr val="FFC000"/>
              </a:solidFill>
              <a:ln w="12700" cap="flat" cmpd="sng">
                <a:solidFill>
                  <a:srgbClr val="FFFF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2" name="Google Shape;5512;p118"/>
              <p:cNvSpPr/>
              <p:nvPr/>
            </p:nvSpPr>
            <p:spPr>
              <a:xfrm>
                <a:off x="5711687" y="2590801"/>
                <a:ext cx="384313" cy="344556"/>
              </a:xfrm>
              <a:prstGeom prst="ellipse">
                <a:avLst/>
              </a:prstGeom>
              <a:solidFill>
                <a:srgbClr val="FF0000"/>
              </a:solidFill>
              <a:ln w="127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5513" name="Google Shape;5513;p118"/>
              <p:cNvCxnSpPr>
                <a:endCxn id="5512" idx="2"/>
              </p:cNvCxnSpPr>
              <p:nvPr/>
            </p:nvCxnSpPr>
            <p:spPr>
              <a:xfrm>
                <a:off x="2484887" y="2763079"/>
                <a:ext cx="322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14" name="Google Shape;5514;p118"/>
              <p:cNvCxnSpPr>
                <a:stCxn id="5511" idx="6"/>
                <a:endCxn id="5512" idx="1"/>
              </p:cNvCxnSpPr>
              <p:nvPr/>
            </p:nvCxnSpPr>
            <p:spPr>
              <a:xfrm>
                <a:off x="4028661" y="1507435"/>
                <a:ext cx="1739400" cy="113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15" name="Google Shape;5515;p118"/>
              <p:cNvCxnSpPr>
                <a:stCxn id="5509" idx="7"/>
                <a:endCxn id="5511" idx="3"/>
              </p:cNvCxnSpPr>
              <p:nvPr/>
            </p:nvCxnSpPr>
            <p:spPr>
              <a:xfrm rot="10800000" flipH="1">
                <a:off x="2428503" y="1629360"/>
                <a:ext cx="1272000" cy="101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16" name="Google Shape;5516;p118"/>
              <p:cNvCxnSpPr>
                <a:stCxn id="5510" idx="6"/>
                <a:endCxn id="5512" idx="3"/>
              </p:cNvCxnSpPr>
              <p:nvPr/>
            </p:nvCxnSpPr>
            <p:spPr>
              <a:xfrm rot="10800000" flipH="1">
                <a:off x="4061754" y="2884910"/>
                <a:ext cx="1706100" cy="498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17" name="Google Shape;5517;p118"/>
              <p:cNvCxnSpPr>
                <a:stCxn id="5509" idx="5"/>
                <a:endCxn id="5510" idx="1"/>
              </p:cNvCxnSpPr>
              <p:nvPr/>
            </p:nvCxnSpPr>
            <p:spPr>
              <a:xfrm>
                <a:off x="2428503" y="2884898"/>
                <a:ext cx="1305300" cy="37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18" name="Google Shape;5518;p118"/>
              <p:cNvCxnSpPr>
                <a:stCxn id="5511" idx="4"/>
              </p:cNvCxnSpPr>
              <p:nvPr/>
            </p:nvCxnSpPr>
            <p:spPr>
              <a:xfrm>
                <a:off x="3836505" y="1679713"/>
                <a:ext cx="9900" cy="154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5519" name="Google Shape;5519;p118"/>
            <p:cNvSpPr txBox="1"/>
            <p:nvPr/>
          </p:nvSpPr>
          <p:spPr>
            <a:xfrm>
              <a:off x="8136446" y="1090063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20" name="Google Shape;5520;p118"/>
            <p:cNvSpPr txBox="1"/>
            <p:nvPr/>
          </p:nvSpPr>
          <p:spPr>
            <a:xfrm>
              <a:off x="9949019" y="171207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21" name="Google Shape;5521;p118"/>
            <p:cNvSpPr txBox="1"/>
            <p:nvPr/>
          </p:nvSpPr>
          <p:spPr>
            <a:xfrm>
              <a:off x="9103074" y="1228428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22" name="Google Shape;5522;p118"/>
            <p:cNvSpPr txBox="1"/>
            <p:nvPr/>
          </p:nvSpPr>
          <p:spPr>
            <a:xfrm>
              <a:off x="10192064" y="1021769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23" name="Google Shape;5523;p118"/>
            <p:cNvSpPr txBox="1"/>
            <p:nvPr/>
          </p:nvSpPr>
          <p:spPr>
            <a:xfrm>
              <a:off x="8386960" y="2192017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24" name="Google Shape;5524;p118"/>
            <p:cNvSpPr txBox="1"/>
            <p:nvPr/>
          </p:nvSpPr>
          <p:spPr>
            <a:xfrm>
              <a:off x="10007793" y="2202775"/>
              <a:ext cx="2849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525" name="Google Shape;5525;p118"/>
          <p:cNvSpPr txBox="1"/>
          <p:nvPr/>
        </p:nvSpPr>
        <p:spPr>
          <a:xfrm>
            <a:off x="6669342" y="1073256"/>
            <a:ext cx="938492" cy="659861"/>
          </a:xfrm>
          <a:prstGeom prst="rect">
            <a:avLst/>
          </a:prstGeom>
          <a:blipFill rotWithShape="1">
            <a:blip r:embed="rId2"/>
            <a:stretch>
              <a:fillRect r="-843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526" name="Google Shape;5526;p118"/>
          <p:cNvCxnSpPr/>
          <p:nvPr/>
        </p:nvCxnSpPr>
        <p:spPr>
          <a:xfrm>
            <a:off x="7969142" y="1488118"/>
            <a:ext cx="287935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27" name="Google Shape;5527;p118"/>
          <p:cNvSpPr txBox="1"/>
          <p:nvPr/>
        </p:nvSpPr>
        <p:spPr>
          <a:xfrm>
            <a:off x="8728687" y="1055053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528" name="Google Shape;5528;p118"/>
          <p:cNvGrpSpPr/>
          <p:nvPr/>
        </p:nvGrpSpPr>
        <p:grpSpPr>
          <a:xfrm>
            <a:off x="2029308" y="3730565"/>
            <a:ext cx="3024823" cy="1691409"/>
            <a:chOff x="2100471" y="1335157"/>
            <a:chExt cx="3995529" cy="2186321"/>
          </a:xfrm>
        </p:grpSpPr>
        <p:sp>
          <p:nvSpPr>
            <p:cNvPr id="5529" name="Google Shape;5529;p118"/>
            <p:cNvSpPr/>
            <p:nvPr/>
          </p:nvSpPr>
          <p:spPr>
            <a:xfrm>
              <a:off x="2100471" y="2590801"/>
              <a:ext cx="384313" cy="344556"/>
            </a:xfrm>
            <a:prstGeom prst="ellipse">
              <a:avLst/>
            </a:prstGeom>
            <a:solidFill>
              <a:srgbClr val="00B0F0"/>
            </a:solidFill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30" name="Google Shape;5530;p118"/>
            <p:cNvSpPr/>
            <p:nvPr/>
          </p:nvSpPr>
          <p:spPr>
            <a:xfrm>
              <a:off x="3713922" y="3176922"/>
              <a:ext cx="384313" cy="344556"/>
            </a:xfrm>
            <a:prstGeom prst="ellipse">
              <a:avLst/>
            </a:prstGeom>
            <a:solidFill>
              <a:srgbClr val="92D050"/>
            </a:solidFill>
            <a:ln w="12700" cap="flat" cmpd="sng">
              <a:solidFill>
                <a:srgbClr val="92D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31" name="Google Shape;5531;p118"/>
            <p:cNvSpPr/>
            <p:nvPr/>
          </p:nvSpPr>
          <p:spPr>
            <a:xfrm>
              <a:off x="3644348" y="1335157"/>
              <a:ext cx="384313" cy="344556"/>
            </a:xfrm>
            <a:prstGeom prst="ellipse">
              <a:avLst/>
            </a:prstGeom>
            <a:solidFill>
              <a:srgbClr val="FFC000"/>
            </a:solidFill>
            <a:ln w="12700" cap="flat" cmpd="sng">
              <a:solidFill>
                <a:srgbClr val="FFFF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32" name="Google Shape;5532;p118"/>
            <p:cNvSpPr/>
            <p:nvPr/>
          </p:nvSpPr>
          <p:spPr>
            <a:xfrm>
              <a:off x="5711687" y="2590801"/>
              <a:ext cx="384313" cy="344556"/>
            </a:xfrm>
            <a:prstGeom prst="ellipse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5533" name="Google Shape;5533;p118"/>
            <p:cNvCxnSpPr>
              <a:endCxn id="5532" idx="2"/>
            </p:cNvCxnSpPr>
            <p:nvPr/>
          </p:nvCxnSpPr>
          <p:spPr>
            <a:xfrm>
              <a:off x="2484887" y="2763079"/>
              <a:ext cx="322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34" name="Google Shape;5534;p118"/>
            <p:cNvCxnSpPr>
              <a:stCxn id="5529" idx="7"/>
              <a:endCxn id="5531" idx="3"/>
            </p:cNvCxnSpPr>
            <p:nvPr/>
          </p:nvCxnSpPr>
          <p:spPr>
            <a:xfrm rot="10800000" flipH="1">
              <a:off x="2428503" y="1629360"/>
              <a:ext cx="1272000" cy="1011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35" name="Google Shape;5535;p118"/>
            <p:cNvCxnSpPr>
              <a:stCxn id="5529" idx="5"/>
              <a:endCxn id="5530" idx="1"/>
            </p:cNvCxnSpPr>
            <p:nvPr/>
          </p:nvCxnSpPr>
          <p:spPr>
            <a:xfrm>
              <a:off x="2428503" y="2884898"/>
              <a:ext cx="1341600" cy="342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536" name="Google Shape;5536;p118"/>
          <p:cNvSpPr txBox="1"/>
          <p:nvPr/>
        </p:nvSpPr>
        <p:spPr>
          <a:xfrm>
            <a:off x="2445054" y="5163120"/>
            <a:ext cx="628246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0.52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37" name="Google Shape;5537;p118"/>
          <p:cNvSpPr txBox="1"/>
          <p:nvPr/>
        </p:nvSpPr>
        <p:spPr>
          <a:xfrm>
            <a:off x="3478391" y="4447800"/>
            <a:ext cx="6584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38" name="Google Shape;5538;p118"/>
          <p:cNvSpPr txBox="1"/>
          <p:nvPr/>
        </p:nvSpPr>
        <p:spPr>
          <a:xfrm>
            <a:off x="10768050" y="1256129"/>
            <a:ext cx="103784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0.52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39" name="Google Shape;5539;p118"/>
          <p:cNvSpPr txBox="1"/>
          <p:nvPr/>
        </p:nvSpPr>
        <p:spPr>
          <a:xfrm>
            <a:off x="2191868" y="4002280"/>
            <a:ext cx="7150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0.31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0" name="Google Shape;5540;p118"/>
          <p:cNvSpPr txBox="1"/>
          <p:nvPr/>
        </p:nvSpPr>
        <p:spPr>
          <a:xfrm>
            <a:off x="7631990" y="1577830"/>
            <a:ext cx="122040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1" name="Google Shape;5541;p118"/>
          <p:cNvSpPr txBox="1"/>
          <p:nvPr/>
        </p:nvSpPr>
        <p:spPr>
          <a:xfrm>
            <a:off x="8662744" y="1591148"/>
            <a:ext cx="131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2" name="Google Shape;5542;p118"/>
          <p:cNvSpPr txBox="1"/>
          <p:nvPr/>
        </p:nvSpPr>
        <p:spPr>
          <a:xfrm>
            <a:off x="9855653" y="1566865"/>
            <a:ext cx="1403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 (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X (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1/3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 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3" name="Google Shape;5543;p118"/>
          <p:cNvSpPr txBox="1"/>
          <p:nvPr/>
        </p:nvSpPr>
        <p:spPr>
          <a:xfrm>
            <a:off x="793413" y="1019158"/>
            <a:ext cx="4551267" cy="96122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4" name="Google Shape;5544;p118"/>
          <p:cNvSpPr txBox="1"/>
          <p:nvPr/>
        </p:nvSpPr>
        <p:spPr>
          <a:xfrm>
            <a:off x="294917" y="2398692"/>
            <a:ext cx="871330" cy="411010"/>
          </a:xfrm>
          <a:prstGeom prst="rect">
            <a:avLst/>
          </a:prstGeom>
          <a:blipFill rotWithShape="1">
            <a:blip r:embed="rId4"/>
            <a:stretch>
              <a:fillRect b="-29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5" name="Google Shape;5545;p118"/>
          <p:cNvSpPr txBox="1"/>
          <p:nvPr/>
        </p:nvSpPr>
        <p:spPr>
          <a:xfrm>
            <a:off x="967994" y="2442801"/>
            <a:ext cx="20695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pheromone deposit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6" name="Google Shape;5546;p118"/>
          <p:cNvSpPr txBox="1"/>
          <p:nvPr/>
        </p:nvSpPr>
        <p:spPr>
          <a:xfrm>
            <a:off x="2925985" y="2343197"/>
            <a:ext cx="765313" cy="50687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endParaRPr lang="pt-BR" sz="18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47" name="Google Shape;5547;p118"/>
          <p:cNvSpPr txBox="1"/>
          <p:nvPr/>
        </p:nvSpPr>
        <p:spPr>
          <a:xfrm>
            <a:off x="3559458" y="2425739"/>
            <a:ext cx="12378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= path quality</a:t>
            </a:r>
            <a:endParaRPr sz="1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51" name="Shape 5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2" name="Google Shape;5552;p119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53" name="Google Shape;5553;p119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54" name="Google Shape;5554;p119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55" name="Google Shape;5555;p119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556" name="Google Shape;5556;p119"/>
          <p:cNvCxnSpPr>
            <a:endCxn id="5553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57" name="Google Shape;5557;p119"/>
          <p:cNvCxnSpPr>
            <a:endCxn id="5555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58" name="Google Shape;5558;p119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59" name="Google Shape;5559;p119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60" name="Google Shape;5560;p119"/>
          <p:cNvCxnSpPr>
            <a:endCxn id="5554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61" name="Google Shape;5561;p119"/>
          <p:cNvCxnSpPr>
            <a:stCxn id="5552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562" name="Google Shape;5562;p119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3" name="Google Shape;5563;p119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564" name="Google Shape;5564;p119"/>
          <p:cNvSpPr txBox="1"/>
          <p:nvPr/>
        </p:nvSpPr>
        <p:spPr>
          <a:xfrm>
            <a:off x="5073024" y="1327584"/>
            <a:ext cx="11485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5" name="Google Shape;5565;p119"/>
          <p:cNvSpPr txBox="1"/>
          <p:nvPr/>
        </p:nvSpPr>
        <p:spPr>
          <a:xfrm>
            <a:off x="7797682" y="1558416"/>
            <a:ext cx="14945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6" name="Google Shape;5566;p119"/>
          <p:cNvSpPr txBox="1"/>
          <p:nvPr/>
        </p:nvSpPr>
        <p:spPr>
          <a:xfrm>
            <a:off x="8189747" y="4007512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7" name="Google Shape;5567;p119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8" name="Google Shape;5568;p119"/>
          <p:cNvSpPr txBox="1"/>
          <p:nvPr/>
        </p:nvSpPr>
        <p:spPr>
          <a:xfrm>
            <a:off x="4764276" y="4031123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69" name="Google Shape;5569;p119"/>
          <p:cNvSpPr txBox="1"/>
          <p:nvPr/>
        </p:nvSpPr>
        <p:spPr>
          <a:xfrm rot="4189128">
            <a:off x="6193877" y="2009303"/>
            <a:ext cx="1383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0" name="Google Shape;5570;p119"/>
          <p:cNvSpPr txBox="1"/>
          <p:nvPr/>
        </p:nvSpPr>
        <p:spPr>
          <a:xfrm>
            <a:off x="6717684" y="3000204"/>
            <a:ext cx="14404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pt-BR" sz="24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74" name="Shape 5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5" name="Google Shape;5575;p120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6" name="Google Shape;5576;p120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7" name="Google Shape;5577;p120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8" name="Google Shape;5578;p120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79" name="Google Shape;5579;p120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580" name="Google Shape;5580;p120"/>
          <p:cNvCxnSpPr>
            <a:endCxn id="5577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81" name="Google Shape;5581;p120"/>
          <p:cNvCxnSpPr>
            <a:endCxn id="5579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82" name="Google Shape;5582;p120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83" name="Google Shape;5583;p120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84" name="Google Shape;5584;p120"/>
          <p:cNvCxnSpPr>
            <a:endCxn id="5578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585" name="Google Shape;5585;p120"/>
          <p:cNvCxnSpPr>
            <a:stCxn id="5576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586" name="Google Shape;5586;p12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7" name="Google Shape;5587;p120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588" name="Google Shape;5588;p120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(1/1)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89" name="Google Shape;5589;p120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0" name="Google Shape;5590;p120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1" name="Google Shape;5591;p120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2" name="Google Shape;5592;p120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 (1/2)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3" name="Google Shape;5593;p120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0.33 (1/3)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97" name="Shape 5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8" name="Google Shape;5598;p121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99" name="Google Shape;5599;p121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00" name="Google Shape;5600;p121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01" name="Google Shape;5601;p121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02" name="Google Shape;5602;p121"/>
          <p:cNvCxnSpPr>
            <a:endCxn id="5599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03" name="Google Shape;5603;p121"/>
          <p:cNvCxnSpPr>
            <a:endCxn id="5601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04" name="Google Shape;5604;p121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05" name="Google Shape;5605;p121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06" name="Google Shape;5606;p121"/>
          <p:cNvCxnSpPr>
            <a:endCxn id="5600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07" name="Google Shape;5607;p121"/>
          <p:cNvCxnSpPr>
            <a:stCxn id="5598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608" name="Google Shape;5608;p12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9" name="Google Shape;5609;p121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610" name="Google Shape;5610;p121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(1/1)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1" name="Google Shape;5611;p121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2" name="Google Shape;5612;p121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3" name="Google Shape;5613;p121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4" name="Google Shape;5614;p121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5" name="Google Shape;5615;p121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 (1/2)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16" name="Google Shape;5616;p121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0.33 (1/3)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17" name="Google Shape;5617;p121"/>
          <p:cNvCxnSpPr/>
          <p:nvPr/>
        </p:nvCxnSpPr>
        <p:spPr>
          <a:xfrm rot="10800000" flipH="1">
            <a:off x="4890456" y="1258004"/>
            <a:ext cx="1359982" cy="128676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618" name="Google Shape;5618;p121"/>
          <p:cNvCxnSpPr/>
          <p:nvPr/>
        </p:nvCxnSpPr>
        <p:spPr>
          <a:xfrm>
            <a:off x="4952650" y="3028063"/>
            <a:ext cx="1589859" cy="162486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22" name="Shape 5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3" name="Google Shape;5623;p122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24" name="Google Shape;5624;p122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25" name="Google Shape;5625;p122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26" name="Google Shape;5626;p122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27" name="Google Shape;5627;p122"/>
          <p:cNvCxnSpPr>
            <a:endCxn id="5624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28" name="Google Shape;5628;p122"/>
          <p:cNvCxnSpPr>
            <a:endCxn id="5626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29" name="Google Shape;5629;p122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30" name="Google Shape;5630;p122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31" name="Google Shape;5631;p122"/>
          <p:cNvCxnSpPr>
            <a:endCxn id="5625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32" name="Google Shape;5632;p122"/>
          <p:cNvCxnSpPr>
            <a:stCxn id="5623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633" name="Google Shape;5633;p12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4" name="Google Shape;5634;p122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635" name="Google Shape;5635;p122"/>
          <p:cNvSpPr txBox="1"/>
          <p:nvPr/>
        </p:nvSpPr>
        <p:spPr>
          <a:xfrm>
            <a:off x="4882897" y="1157650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(1/1)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36" name="Google Shape;5636;p122"/>
          <p:cNvSpPr txBox="1"/>
          <p:nvPr/>
        </p:nvSpPr>
        <p:spPr>
          <a:xfrm>
            <a:off x="8189747" y="1441904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37" name="Google Shape;5637;p122"/>
          <p:cNvSpPr txBox="1"/>
          <p:nvPr/>
        </p:nvSpPr>
        <p:spPr>
          <a:xfrm>
            <a:off x="8189747" y="4007512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38" name="Google Shape;5638;p122"/>
          <p:cNvSpPr txBox="1"/>
          <p:nvPr/>
        </p:nvSpPr>
        <p:spPr>
          <a:xfrm>
            <a:off x="595532" y="1383103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39" name="Google Shape;5639;p122"/>
          <p:cNvSpPr txBox="1"/>
          <p:nvPr/>
        </p:nvSpPr>
        <p:spPr>
          <a:xfrm>
            <a:off x="4632500" y="40695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0.66 (1/1.5)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40" name="Google Shape;5640;p122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 (1/2)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41" name="Google Shape;5641;p122"/>
          <p:cNvSpPr txBox="1"/>
          <p:nvPr/>
        </p:nvSpPr>
        <p:spPr>
          <a:xfrm>
            <a:off x="6717684" y="300020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0.33 (1/3)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42" name="Google Shape;5642;p122"/>
          <p:cNvCxnSpPr/>
          <p:nvPr/>
        </p:nvCxnSpPr>
        <p:spPr>
          <a:xfrm rot="10800000" flipH="1">
            <a:off x="4890456" y="1258004"/>
            <a:ext cx="1359982" cy="128676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643" name="Google Shape;5643;p122"/>
          <p:cNvCxnSpPr/>
          <p:nvPr/>
        </p:nvCxnSpPr>
        <p:spPr>
          <a:xfrm>
            <a:off x="4952650" y="3028063"/>
            <a:ext cx="1589859" cy="162486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644" name="Google Shape;5644;p122"/>
          <p:cNvCxnSpPr/>
          <p:nvPr/>
        </p:nvCxnSpPr>
        <p:spPr>
          <a:xfrm rot="10800000" flipH="1">
            <a:off x="6837914" y="3131936"/>
            <a:ext cx="2624138" cy="1550607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645" name="Google Shape;5645;p122"/>
          <p:cNvCxnSpPr/>
          <p:nvPr/>
        </p:nvCxnSpPr>
        <p:spPr>
          <a:xfrm>
            <a:off x="6903287" y="1069632"/>
            <a:ext cx="2846412" cy="162433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49" name="Shape 5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0" name="Google Shape;5650;p123"/>
          <p:cNvSpPr txBox="1"/>
          <p:nvPr/>
        </p:nvSpPr>
        <p:spPr>
          <a:xfrm>
            <a:off x="4027664" y="3603047"/>
            <a:ext cx="374130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51" name="Google Shape;5651;p123"/>
          <p:cNvSpPr txBox="1"/>
          <p:nvPr/>
        </p:nvSpPr>
        <p:spPr>
          <a:xfrm>
            <a:off x="8164337" y="771455"/>
            <a:ext cx="3630098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Ants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deposited: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AC, CD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 : 3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deposited : 1/3 (0.33)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52" name="Google Shape;5652;p123"/>
          <p:cNvSpPr txBox="1"/>
          <p:nvPr/>
        </p:nvSpPr>
        <p:spPr>
          <a:xfrm>
            <a:off x="8436336" y="3603047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53" name="Google Shape;5653;p123"/>
          <p:cNvSpPr txBox="1"/>
          <p:nvPr/>
        </p:nvSpPr>
        <p:spPr>
          <a:xfrm>
            <a:off x="454810" y="3603047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654" name="Google Shape;5654;p123"/>
          <p:cNvPicPr preferRelativeResize="0"/>
          <p:nvPr/>
        </p:nvPicPr>
        <p:blipFill rotWithShape="1">
          <a:blip r:embed="rId1"/>
          <a:srcRect l="43261" t="28395" r="18043" b="25591"/>
          <a:stretch>
            <a:fillRect/>
          </a:stretch>
        </p:blipFill>
        <p:spPr>
          <a:xfrm>
            <a:off x="1378225" y="449030"/>
            <a:ext cx="4717775" cy="315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8" name="Shape 5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9" name="Google Shape;5659;p124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60" name="Google Shape;5660;p124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61" name="Google Shape;5661;p124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62" name="Google Shape;5662;p124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63" name="Google Shape;5663;p124"/>
          <p:cNvCxnSpPr>
            <a:endCxn id="5660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64" name="Google Shape;5664;p124"/>
          <p:cNvCxnSpPr>
            <a:endCxn id="5662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65" name="Google Shape;5665;p124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66" name="Google Shape;5666;p124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67" name="Google Shape;5667;p124"/>
          <p:cNvCxnSpPr>
            <a:endCxn id="5661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68" name="Google Shape;5668;p124"/>
          <p:cNvCxnSpPr>
            <a:stCxn id="5659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669" name="Google Shape;5669;p124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4146332" y="2114502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0" name="Google Shape;5670;p124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311231" y="290155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671" name="Google Shape;5671;p124"/>
          <p:cNvSpPr txBox="1"/>
          <p:nvPr/>
        </p:nvSpPr>
        <p:spPr>
          <a:xfrm>
            <a:off x="4875047" y="1044549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 (1.1/1)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72" name="Google Shape;5672;p124"/>
          <p:cNvSpPr txBox="1"/>
          <p:nvPr/>
        </p:nvSpPr>
        <p:spPr>
          <a:xfrm>
            <a:off x="8324727" y="1301070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0.73(1.1/1.5)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73" name="Google Shape;5673;p124"/>
          <p:cNvSpPr txBox="1"/>
          <p:nvPr/>
        </p:nvSpPr>
        <p:spPr>
          <a:xfrm>
            <a:off x="8189747" y="4007512"/>
            <a:ext cx="172023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0.68 (1.033/1.5)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74" name="Google Shape;5674;p124"/>
          <p:cNvSpPr txBox="1"/>
          <p:nvPr/>
        </p:nvSpPr>
        <p:spPr>
          <a:xfrm>
            <a:off x="4411751" y="4233458"/>
            <a:ext cx="16553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0.68 (1.033/1.5)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75" name="Google Shape;5675;p124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0.35 (0.7/2)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76" name="Google Shape;5676;p124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0.23 (0.7/3)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77" name="Google Shape;5677;p124"/>
          <p:cNvCxnSpPr/>
          <p:nvPr/>
        </p:nvCxnSpPr>
        <p:spPr>
          <a:xfrm rot="10800000" flipH="1">
            <a:off x="4890456" y="1430878"/>
            <a:ext cx="1125894" cy="111389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678" name="Google Shape;5678;p124"/>
          <p:cNvCxnSpPr/>
          <p:nvPr/>
        </p:nvCxnSpPr>
        <p:spPr>
          <a:xfrm>
            <a:off x="5065358" y="2994240"/>
            <a:ext cx="1412559" cy="1507030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679" name="Google Shape;5679;p124"/>
          <p:cNvSpPr txBox="1"/>
          <p:nvPr/>
        </p:nvSpPr>
        <p:spPr>
          <a:xfrm>
            <a:off x="1054228" y="1621688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83" name="Shape 5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4" name="Google Shape;5684;p125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85" name="Google Shape;5685;p125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86" name="Google Shape;5686;p125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87" name="Google Shape;5687;p125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688" name="Google Shape;5688;p125"/>
          <p:cNvCxnSpPr>
            <a:endCxn id="5685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89" name="Google Shape;5689;p125"/>
          <p:cNvCxnSpPr>
            <a:endCxn id="5687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90" name="Google Shape;5690;p125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91" name="Google Shape;5691;p125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92" name="Google Shape;5692;p125"/>
          <p:cNvCxnSpPr>
            <a:endCxn id="5686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693" name="Google Shape;5693;p125"/>
          <p:cNvCxnSpPr>
            <a:stCxn id="5684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694" name="Google Shape;5694;p12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4146332" y="2114502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5" name="Google Shape;5695;p125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311231" y="290155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696" name="Google Shape;5696;p125"/>
          <p:cNvSpPr txBox="1"/>
          <p:nvPr/>
        </p:nvSpPr>
        <p:spPr>
          <a:xfrm>
            <a:off x="4875047" y="1044549"/>
            <a:ext cx="11485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 (1.1/1)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97" name="Google Shape;5697;p125"/>
          <p:cNvSpPr txBox="1"/>
          <p:nvPr/>
        </p:nvSpPr>
        <p:spPr>
          <a:xfrm>
            <a:off x="8324727" y="1301070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0.73(1.1/1.5)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98" name="Google Shape;5698;p125"/>
          <p:cNvSpPr txBox="1"/>
          <p:nvPr/>
        </p:nvSpPr>
        <p:spPr>
          <a:xfrm>
            <a:off x="8189747" y="4007512"/>
            <a:ext cx="172023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0.68 (1.033/1.5)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99" name="Google Shape;5699;p125"/>
          <p:cNvSpPr txBox="1"/>
          <p:nvPr/>
        </p:nvSpPr>
        <p:spPr>
          <a:xfrm>
            <a:off x="4411751" y="4233458"/>
            <a:ext cx="16553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0.68 (1.033/1.5)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00" name="Google Shape;5700;p125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0.35 (0.7/2)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01" name="Google Shape;5701;p125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0.23 (0.7/3)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02" name="Google Shape;5702;p125"/>
          <p:cNvCxnSpPr/>
          <p:nvPr/>
        </p:nvCxnSpPr>
        <p:spPr>
          <a:xfrm rot="10800000" flipH="1">
            <a:off x="4890456" y="1184970"/>
            <a:ext cx="1406139" cy="13598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03" name="Google Shape;5703;p125"/>
          <p:cNvCxnSpPr/>
          <p:nvPr/>
        </p:nvCxnSpPr>
        <p:spPr>
          <a:xfrm>
            <a:off x="5053339" y="3035420"/>
            <a:ext cx="1412559" cy="1507030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704" name="Google Shape;5704;p125"/>
          <p:cNvSpPr txBox="1"/>
          <p:nvPr/>
        </p:nvSpPr>
        <p:spPr>
          <a:xfrm>
            <a:off x="1054228" y="1621688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05" name="Google Shape;5705;p125"/>
          <p:cNvCxnSpPr/>
          <p:nvPr/>
        </p:nvCxnSpPr>
        <p:spPr>
          <a:xfrm rot="10800000" flipH="1">
            <a:off x="6942768" y="3078574"/>
            <a:ext cx="2556419" cy="1612696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06" name="Google Shape;5706;p125"/>
          <p:cNvCxnSpPr/>
          <p:nvPr/>
        </p:nvCxnSpPr>
        <p:spPr>
          <a:xfrm>
            <a:off x="6966620" y="1091776"/>
            <a:ext cx="2659925" cy="1491902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10" name="Shape 5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1" name="Google Shape;5711;p126"/>
          <p:cNvSpPr txBox="1"/>
          <p:nvPr/>
        </p:nvSpPr>
        <p:spPr>
          <a:xfrm>
            <a:off x="7895874" y="3603047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12" name="Google Shape;5712;p126"/>
          <p:cNvSpPr txBox="1"/>
          <p:nvPr/>
        </p:nvSpPr>
        <p:spPr>
          <a:xfrm>
            <a:off x="8164337" y="771455"/>
            <a:ext cx="3630098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Ants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deposited: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 CD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 : 3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deposited : 1/3 (0.33)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713" name="Google Shape;5713;p126"/>
          <p:cNvPicPr preferRelativeResize="0"/>
          <p:nvPr/>
        </p:nvPicPr>
        <p:blipFill rotWithShape="1">
          <a:blip r:embed="rId1"/>
          <a:srcRect l="44239" t="29361" r="18478" b="25785"/>
          <a:stretch>
            <a:fillRect/>
          </a:stretch>
        </p:blipFill>
        <p:spPr>
          <a:xfrm>
            <a:off x="1276582" y="268131"/>
            <a:ext cx="4641322" cy="3139321"/>
          </a:xfrm>
          <a:prstGeom prst="rect">
            <a:avLst/>
          </a:prstGeom>
          <a:noFill/>
          <a:ln>
            <a:noFill/>
          </a:ln>
        </p:spPr>
      </p:pic>
      <p:sp>
        <p:nvSpPr>
          <p:cNvPr id="5714" name="Google Shape;5714;p126"/>
          <p:cNvSpPr txBox="1"/>
          <p:nvPr/>
        </p:nvSpPr>
        <p:spPr>
          <a:xfrm>
            <a:off x="559389" y="3603046"/>
            <a:ext cx="278131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15" name="Google Shape;5715;p126"/>
          <p:cNvSpPr txBox="1"/>
          <p:nvPr/>
        </p:nvSpPr>
        <p:spPr>
          <a:xfrm>
            <a:off x="3995342" y="3603046"/>
            <a:ext cx="374130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1.033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+0.33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19" name="Shape 5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0" name="Google Shape;5720;p127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21" name="Google Shape;5721;p127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22" name="Google Shape;5722;p127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23" name="Google Shape;5723;p127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24" name="Google Shape;5724;p127"/>
          <p:cNvCxnSpPr>
            <a:endCxn id="5721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25" name="Google Shape;5725;p127"/>
          <p:cNvCxnSpPr>
            <a:endCxn id="5723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26" name="Google Shape;5726;p127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27" name="Google Shape;5727;p127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28" name="Google Shape;5728;p127"/>
          <p:cNvCxnSpPr>
            <a:endCxn id="5722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29" name="Google Shape;5729;p127"/>
          <p:cNvCxnSpPr>
            <a:stCxn id="5720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730" name="Google Shape;5730;p12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1" name="Google Shape;5731;p127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732" name="Google Shape;5732;p127"/>
          <p:cNvSpPr txBox="1"/>
          <p:nvPr/>
        </p:nvSpPr>
        <p:spPr>
          <a:xfrm>
            <a:off x="4656553" y="1099340"/>
            <a:ext cx="135070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 (1.17/1)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3" name="Google Shape;5733;p127"/>
          <p:cNvSpPr txBox="1"/>
          <p:nvPr/>
        </p:nvSpPr>
        <p:spPr>
          <a:xfrm>
            <a:off x="8079018" y="1268617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0.78(1.17/1.5)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4" name="Google Shape;5734;p127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 (1.05/1.5)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5" name="Google Shape;5735;p127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 (1.05/1.5)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6" name="Google Shape;5736;p127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 (0.49/2)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7" name="Google Shape;5737;p127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0.16 (0.49/3)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8" name="Google Shape;5738;p127"/>
          <p:cNvSpPr txBox="1"/>
          <p:nvPr/>
        </p:nvSpPr>
        <p:spPr>
          <a:xfrm>
            <a:off x="831395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39" name="Google Shape;5739;p127"/>
          <p:cNvCxnSpPr/>
          <p:nvPr/>
        </p:nvCxnSpPr>
        <p:spPr>
          <a:xfrm rot="10800000" flipH="1">
            <a:off x="4931160" y="1195617"/>
            <a:ext cx="1406139" cy="13598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40" name="Google Shape;5740;p127"/>
          <p:cNvCxnSpPr/>
          <p:nvPr/>
        </p:nvCxnSpPr>
        <p:spPr>
          <a:xfrm rot="10800000" flipH="1">
            <a:off x="5083308" y="1471165"/>
            <a:ext cx="1392200" cy="134990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44" name="Shape 5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5" name="Google Shape;5745;p128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46" name="Google Shape;5746;p128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47" name="Google Shape;5747;p128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48" name="Google Shape;5748;p128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49" name="Google Shape;5749;p128"/>
          <p:cNvCxnSpPr>
            <a:endCxn id="5746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50" name="Google Shape;5750;p128"/>
          <p:cNvCxnSpPr>
            <a:endCxn id="5748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51" name="Google Shape;5751;p128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52" name="Google Shape;5752;p128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53" name="Google Shape;5753;p128"/>
          <p:cNvCxnSpPr>
            <a:endCxn id="5747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54" name="Google Shape;5754;p128"/>
          <p:cNvCxnSpPr>
            <a:stCxn id="5745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755" name="Google Shape;5755;p128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6" name="Google Shape;5756;p128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757" name="Google Shape;5757;p128"/>
          <p:cNvSpPr txBox="1"/>
          <p:nvPr/>
        </p:nvSpPr>
        <p:spPr>
          <a:xfrm>
            <a:off x="4656553" y="1099340"/>
            <a:ext cx="135070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 (1.17/1)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58" name="Google Shape;5758;p128"/>
          <p:cNvSpPr txBox="1"/>
          <p:nvPr/>
        </p:nvSpPr>
        <p:spPr>
          <a:xfrm>
            <a:off x="8079018" y="1268617"/>
            <a:ext cx="149457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0.78(1.17/1.5)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59" name="Google Shape;5759;p128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 (1.05/1.5)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0" name="Google Shape;5760;p128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 (1.05/1.5)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1" name="Google Shape;5761;p128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 (0.49/2)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2" name="Google Shape;5762;p128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0.16 (0.49/3)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3" name="Google Shape;5763;p128"/>
          <p:cNvSpPr txBox="1"/>
          <p:nvPr/>
        </p:nvSpPr>
        <p:spPr>
          <a:xfrm>
            <a:off x="831395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64" name="Google Shape;5764;p128"/>
          <p:cNvCxnSpPr/>
          <p:nvPr/>
        </p:nvCxnSpPr>
        <p:spPr>
          <a:xfrm rot="10800000" flipH="1">
            <a:off x="4931160" y="1195617"/>
            <a:ext cx="1406139" cy="13598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65" name="Google Shape;5765;p128"/>
          <p:cNvCxnSpPr/>
          <p:nvPr/>
        </p:nvCxnSpPr>
        <p:spPr>
          <a:xfrm rot="10800000" flipH="1">
            <a:off x="5083308" y="1471165"/>
            <a:ext cx="1392200" cy="134990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66" name="Google Shape;5766;p128"/>
          <p:cNvCxnSpPr/>
          <p:nvPr/>
        </p:nvCxnSpPr>
        <p:spPr>
          <a:xfrm>
            <a:off x="6890672" y="1037623"/>
            <a:ext cx="2858099" cy="156647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767" name="Google Shape;5767;p128"/>
          <p:cNvCxnSpPr/>
          <p:nvPr/>
        </p:nvCxnSpPr>
        <p:spPr>
          <a:xfrm>
            <a:off x="6760199" y="1349024"/>
            <a:ext cx="2610351" cy="1514287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71" name="Shape 5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2" name="Google Shape;5772;p129"/>
          <p:cNvSpPr txBox="1"/>
          <p:nvPr/>
        </p:nvSpPr>
        <p:spPr>
          <a:xfrm>
            <a:off x="4021828" y="3895145"/>
            <a:ext cx="377299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73" name="Google Shape;5773;p129"/>
          <p:cNvSpPr txBox="1"/>
          <p:nvPr/>
        </p:nvSpPr>
        <p:spPr>
          <a:xfrm>
            <a:off x="8067324" y="3895146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74" name="Google Shape;5774;p129"/>
          <p:cNvSpPr txBox="1"/>
          <p:nvPr/>
        </p:nvSpPr>
        <p:spPr>
          <a:xfrm>
            <a:off x="7662141" y="422473"/>
            <a:ext cx="3772992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Ants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deposition: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 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 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deposition: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775" name="Google Shape;5775;p129"/>
          <p:cNvPicPr preferRelativeResize="0"/>
          <p:nvPr/>
        </p:nvPicPr>
        <p:blipFill rotWithShape="1">
          <a:blip r:embed="rId1"/>
          <a:srcRect l="44552" t="29148" r="17716" b="25323"/>
          <a:stretch>
            <a:fillRect/>
          </a:stretch>
        </p:blipFill>
        <p:spPr>
          <a:xfrm>
            <a:off x="1133400" y="436719"/>
            <a:ext cx="4816826" cy="3267937"/>
          </a:xfrm>
          <a:prstGeom prst="rect">
            <a:avLst/>
          </a:prstGeom>
          <a:noFill/>
          <a:ln>
            <a:noFill/>
          </a:ln>
        </p:spPr>
      </p:pic>
      <p:sp>
        <p:nvSpPr>
          <p:cNvPr id="5776" name="Google Shape;5776;p129"/>
          <p:cNvSpPr txBox="1"/>
          <p:nvPr/>
        </p:nvSpPr>
        <p:spPr>
          <a:xfrm>
            <a:off x="572983" y="3895145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1.17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80" name="Shape 5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1" name="Google Shape;5781;p130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2" name="Google Shape;5782;p130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3" name="Google Shape;5783;p130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4" name="Google Shape;5784;p130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785" name="Google Shape;5785;p130"/>
          <p:cNvCxnSpPr>
            <a:endCxn id="5782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86" name="Google Shape;5786;p130"/>
          <p:cNvCxnSpPr>
            <a:endCxn id="5784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87" name="Google Shape;5787;p130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88" name="Google Shape;5788;p130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89" name="Google Shape;5789;p130"/>
          <p:cNvCxnSpPr>
            <a:endCxn id="5783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790" name="Google Shape;5790;p130"/>
          <p:cNvCxnSpPr>
            <a:stCxn id="5781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791" name="Google Shape;5791;p13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2" name="Google Shape;5792;p130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793" name="Google Shape;5793;p130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 (1.62/1)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4" name="Google Shape;5794;p130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1.08 (1.62/1.5)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5" name="Google Shape;5795;p130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6" name="Google Shape;5796;p130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7" name="Google Shape;5797;p130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0.17(0.34/2)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8" name="Google Shape;5798;p130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0.11 (0.34/3)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9" name="Google Shape;5799;p130"/>
          <p:cNvSpPr txBox="1"/>
          <p:nvPr/>
        </p:nvSpPr>
        <p:spPr>
          <a:xfrm>
            <a:off x="941566" y="1826314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p131"/>
          <p:cNvSpPr txBox="1"/>
          <p:nvPr/>
        </p:nvSpPr>
        <p:spPr>
          <a:xfrm>
            <a:off x="765433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1.219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1.535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805" name="Google Shape;5805;p131"/>
          <p:cNvCxnSpPr/>
          <p:nvPr/>
        </p:nvCxnSpPr>
        <p:spPr>
          <a:xfrm rot="10800000" flipH="1">
            <a:off x="4988569" y="1188992"/>
            <a:ext cx="1406139" cy="13598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806" name="Google Shape;5806;p131"/>
          <p:cNvCxnSpPr/>
          <p:nvPr/>
        </p:nvCxnSpPr>
        <p:spPr>
          <a:xfrm rot="10800000" flipH="1">
            <a:off x="5140717" y="1383079"/>
            <a:ext cx="1392200" cy="134990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807" name="Google Shape;5807;p131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8" name="Google Shape;5808;p131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9" name="Google Shape;5809;p131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10" name="Google Shape;5810;p131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811" name="Google Shape;5811;p131"/>
          <p:cNvCxnSpPr>
            <a:endCxn id="5808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12" name="Google Shape;5812;p131"/>
          <p:cNvCxnSpPr>
            <a:endCxn id="5810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13" name="Google Shape;5813;p131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14" name="Google Shape;5814;p131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15" name="Google Shape;5815;p131"/>
          <p:cNvCxnSpPr>
            <a:endCxn id="5809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16" name="Google Shape;5816;p131"/>
          <p:cNvCxnSpPr>
            <a:stCxn id="5807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817" name="Google Shape;5817;p13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8" name="Google Shape;5818;p131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819" name="Google Shape;5819;p131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 (1.62/1)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0" name="Google Shape;5820;p131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1.08 (1.62/1.5)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1" name="Google Shape;5821;p131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2" name="Google Shape;5822;p131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3" name="Google Shape;5823;p131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0.17(0.34/2)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24" name="Google Shape;5824;p131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0.11 (0.34/3)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28" name="Shape 5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9" name="Google Shape;5829;p132"/>
          <p:cNvSpPr txBox="1"/>
          <p:nvPr/>
        </p:nvSpPr>
        <p:spPr>
          <a:xfrm>
            <a:off x="765433" y="1737532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1.219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1.535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0" name="Google Shape;5830;p132"/>
          <p:cNvSpPr txBox="1"/>
          <p:nvPr/>
        </p:nvSpPr>
        <p:spPr>
          <a:xfrm>
            <a:off x="4484649" y="2439978"/>
            <a:ext cx="67714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1" name="Google Shape;5831;p132"/>
          <p:cNvSpPr txBox="1"/>
          <p:nvPr/>
        </p:nvSpPr>
        <p:spPr>
          <a:xfrm>
            <a:off x="9748772" y="2439978"/>
            <a:ext cx="690628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2" name="Google Shape;5832;p132"/>
          <p:cNvSpPr txBox="1"/>
          <p:nvPr/>
        </p:nvSpPr>
        <p:spPr>
          <a:xfrm>
            <a:off x="6436802" y="4549977"/>
            <a:ext cx="631323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3" name="Google Shape;5833;p132"/>
          <p:cNvSpPr txBox="1"/>
          <p:nvPr/>
        </p:nvSpPr>
        <p:spPr>
          <a:xfrm>
            <a:off x="6386963" y="864609"/>
            <a:ext cx="650191" cy="872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834" name="Google Shape;5834;p132"/>
          <p:cNvCxnSpPr>
            <a:endCxn id="5831" idx="1"/>
          </p:cNvCxnSpPr>
          <p:nvPr/>
        </p:nvCxnSpPr>
        <p:spPr>
          <a:xfrm>
            <a:off x="7037072" y="1326940"/>
            <a:ext cx="2711700" cy="154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35" name="Google Shape;5835;p132"/>
          <p:cNvCxnSpPr>
            <a:endCxn id="5833" idx="1"/>
          </p:cNvCxnSpPr>
          <p:nvPr/>
        </p:nvCxnSpPr>
        <p:spPr>
          <a:xfrm rot="10800000" flipH="1">
            <a:off x="5031263" y="1301071"/>
            <a:ext cx="1355700" cy="1361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36" name="Google Shape;5836;p132"/>
          <p:cNvCxnSpPr/>
          <p:nvPr/>
        </p:nvCxnSpPr>
        <p:spPr>
          <a:xfrm rot="10800000" flipH="1">
            <a:off x="6913672" y="3090708"/>
            <a:ext cx="2835100" cy="18236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37" name="Google Shape;5837;p132"/>
          <p:cNvCxnSpPr/>
          <p:nvPr/>
        </p:nvCxnSpPr>
        <p:spPr>
          <a:xfrm>
            <a:off x="5031154" y="3312901"/>
            <a:ext cx="1471724" cy="15753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38" name="Google Shape;5838;p132"/>
          <p:cNvCxnSpPr>
            <a:endCxn id="5832" idx="0"/>
          </p:cNvCxnSpPr>
          <p:nvPr/>
        </p:nvCxnSpPr>
        <p:spPr>
          <a:xfrm>
            <a:off x="6641163" y="1607277"/>
            <a:ext cx="111300" cy="29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39" name="Google Shape;5839;p132"/>
          <p:cNvCxnSpPr>
            <a:stCxn id="5830" idx="3"/>
          </p:cNvCxnSpPr>
          <p:nvPr/>
        </p:nvCxnSpPr>
        <p:spPr>
          <a:xfrm>
            <a:off x="5161797" y="2876440"/>
            <a:ext cx="4411800" cy="10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840" name="Google Shape;5840;p13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3981293" y="2126999"/>
            <a:ext cx="645818" cy="6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1" name="Google Shape;5841;p132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4034141" y="2677635"/>
            <a:ext cx="708540" cy="714172"/>
          </a:xfrm>
          <a:prstGeom prst="rect">
            <a:avLst/>
          </a:prstGeom>
          <a:noFill/>
          <a:ln>
            <a:noFill/>
          </a:ln>
        </p:spPr>
      </p:pic>
      <p:sp>
        <p:nvSpPr>
          <p:cNvPr id="5842" name="Google Shape;5842;p132"/>
          <p:cNvSpPr txBox="1"/>
          <p:nvPr/>
        </p:nvSpPr>
        <p:spPr>
          <a:xfrm>
            <a:off x="4659112" y="1254257"/>
            <a:ext cx="14380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 (1.62/1)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3" name="Google Shape;5843;p132"/>
          <p:cNvSpPr txBox="1"/>
          <p:nvPr/>
        </p:nvSpPr>
        <p:spPr>
          <a:xfrm>
            <a:off x="8079018" y="1268617"/>
            <a:ext cx="16697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1.08 (1.62/1.5)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4" name="Google Shape;5844;p132"/>
          <p:cNvSpPr txBox="1"/>
          <p:nvPr/>
        </p:nvSpPr>
        <p:spPr>
          <a:xfrm>
            <a:off x="8189746" y="4007512"/>
            <a:ext cx="15590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5" name="Google Shape;5845;p132"/>
          <p:cNvSpPr txBox="1"/>
          <p:nvPr/>
        </p:nvSpPr>
        <p:spPr>
          <a:xfrm>
            <a:off x="4507708" y="4120064"/>
            <a:ext cx="15183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0.48 (0.73/1.5)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6" name="Google Shape;5846;p132"/>
          <p:cNvSpPr txBox="1"/>
          <p:nvPr/>
        </p:nvSpPr>
        <p:spPr>
          <a:xfrm rot="4189128">
            <a:off x="6381925" y="1964855"/>
            <a:ext cx="1383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0.17(0.34/2)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7" name="Google Shape;5847;p132"/>
          <p:cNvSpPr txBox="1"/>
          <p:nvPr/>
        </p:nvSpPr>
        <p:spPr>
          <a:xfrm>
            <a:off x="6741314" y="3176534"/>
            <a:ext cx="14404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0.11 (0.34/3)</a:t>
            </a:r>
            <a:endParaRPr lang="pt-BR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848" name="Google Shape;5848;p132"/>
          <p:cNvCxnSpPr/>
          <p:nvPr/>
        </p:nvCxnSpPr>
        <p:spPr>
          <a:xfrm rot="10800000" flipH="1">
            <a:off x="4988569" y="1188992"/>
            <a:ext cx="1406139" cy="135980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849" name="Google Shape;5849;p132"/>
          <p:cNvCxnSpPr/>
          <p:nvPr/>
        </p:nvCxnSpPr>
        <p:spPr>
          <a:xfrm rot="10800000" flipH="1">
            <a:off x="5140717" y="1383079"/>
            <a:ext cx="1392200" cy="1349903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850" name="Google Shape;5850;p132"/>
          <p:cNvCxnSpPr/>
          <p:nvPr/>
        </p:nvCxnSpPr>
        <p:spPr>
          <a:xfrm>
            <a:off x="6939945" y="1192001"/>
            <a:ext cx="2633652" cy="146233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5851" name="Google Shape;5851;p132"/>
          <p:cNvCxnSpPr/>
          <p:nvPr/>
        </p:nvCxnSpPr>
        <p:spPr>
          <a:xfrm>
            <a:off x="6776124" y="1349624"/>
            <a:ext cx="2622660" cy="1508774"/>
          </a:xfrm>
          <a:prstGeom prst="straightConnector1">
            <a:avLst/>
          </a:prstGeom>
          <a:noFill/>
          <a:ln w="28575" cap="flat" cmpd="sng">
            <a:solidFill>
              <a:srgbClr val="385623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55" name="Shape 5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6" name="Google Shape;5856;p133"/>
          <p:cNvPicPr preferRelativeResize="0"/>
          <p:nvPr/>
        </p:nvPicPr>
        <p:blipFill rotWithShape="1">
          <a:blip r:embed="rId1"/>
          <a:srcRect l="43750" t="25173" r="16145" b="26100"/>
          <a:stretch>
            <a:fillRect/>
          </a:stretch>
        </p:blipFill>
        <p:spPr>
          <a:xfrm>
            <a:off x="317500" y="304800"/>
            <a:ext cx="4889500" cy="33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7" name="Google Shape;5857;p133"/>
          <p:cNvSpPr txBox="1"/>
          <p:nvPr/>
        </p:nvSpPr>
        <p:spPr>
          <a:xfrm>
            <a:off x="8080024" y="3971346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1.93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0.511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1.07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58" name="Google Shape;5858;p133"/>
          <p:cNvSpPr txBox="1"/>
          <p:nvPr/>
        </p:nvSpPr>
        <p:spPr>
          <a:xfrm>
            <a:off x="4111977" y="3971342"/>
            <a:ext cx="35423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1.219</a:t>
            </a: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 b="1">
                <a:solidFill>
                  <a:srgbClr val="385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+0.4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1.535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0.7*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59" name="Google Shape;5859;p133"/>
          <p:cNvSpPr txBox="1"/>
          <p:nvPr/>
        </p:nvSpPr>
        <p:spPr>
          <a:xfrm>
            <a:off x="7654277" y="705025"/>
            <a:ext cx="3636575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 Ants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 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deposition 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AB,BD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Path length : 2.5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deposition : 1/2.5 (0.4)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0" name="Google Shape;5860;p133"/>
          <p:cNvSpPr txBox="1"/>
          <p:nvPr/>
        </p:nvSpPr>
        <p:spPr>
          <a:xfrm>
            <a:off x="723604" y="3971341"/>
            <a:ext cx="296262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1;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1.62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(BD, BC)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3;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0.73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1.219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(AB,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1.5;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1.535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(---)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2; </a:t>
            </a: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0.34</a:t>
            </a: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 (AC, AB, BD, CD)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p134"/>
          <p:cNvSpPr txBox="1"/>
          <p:nvPr/>
        </p:nvSpPr>
        <p:spPr>
          <a:xfrm>
            <a:off x="6096000" y="1642411"/>
            <a:ext cx="3286539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FINAL PHEROMONE LEVELS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1.93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0.511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1.65</a:t>
            </a: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pt-BR" sz="2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1.07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0.24</a:t>
            </a:r>
            <a:endParaRPr sz="2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6" name="Google Shape;5866;p134"/>
          <p:cNvSpPr txBox="1"/>
          <p:nvPr/>
        </p:nvSpPr>
        <p:spPr>
          <a:xfrm>
            <a:off x="2330482" y="1636214"/>
            <a:ext cx="3286539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INITIAL PHEROMONE LEVELS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2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BC: </a:t>
            </a: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2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7" name="Google Shape;5867;p134"/>
          <p:cNvSpPr/>
          <p:nvPr/>
        </p:nvSpPr>
        <p:spPr>
          <a:xfrm>
            <a:off x="1563757" y="1126435"/>
            <a:ext cx="8297761" cy="35250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8" name="Google Shape;5868;p134"/>
          <p:cNvSpPr/>
          <p:nvPr/>
        </p:nvSpPr>
        <p:spPr>
          <a:xfrm>
            <a:off x="2229216" y="2319132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9" name="Google Shape;5869;p134"/>
          <p:cNvSpPr/>
          <p:nvPr/>
        </p:nvSpPr>
        <p:spPr>
          <a:xfrm>
            <a:off x="2229215" y="2639176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0" name="Google Shape;5870;p134"/>
          <p:cNvSpPr/>
          <p:nvPr/>
        </p:nvSpPr>
        <p:spPr>
          <a:xfrm>
            <a:off x="2229214" y="2921456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1" name="Google Shape;5871;p134"/>
          <p:cNvSpPr/>
          <p:nvPr/>
        </p:nvSpPr>
        <p:spPr>
          <a:xfrm>
            <a:off x="2229213" y="3232233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2" name="Google Shape;5872;p134"/>
          <p:cNvSpPr/>
          <p:nvPr/>
        </p:nvSpPr>
        <p:spPr>
          <a:xfrm>
            <a:off x="2229212" y="3529758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3" name="Google Shape;5873;p134"/>
          <p:cNvSpPr/>
          <p:nvPr/>
        </p:nvSpPr>
        <p:spPr>
          <a:xfrm>
            <a:off x="2229212" y="3834859"/>
            <a:ext cx="5247861" cy="238538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77" name="Shape 5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9" name="Google Shape;5879;p135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2" name="Google Shape;5882;p135"/>
          <p:cNvSpPr txBox="1"/>
          <p:nvPr/>
        </p:nvSpPr>
        <p:spPr>
          <a:xfrm>
            <a:off x="2390558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83" name="Google Shape;5883;p135"/>
          <p:cNvSpPr txBox="1"/>
          <p:nvPr/>
        </p:nvSpPr>
        <p:spPr>
          <a:xfrm>
            <a:off x="7120888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84" name="Google Shape;5884;p135"/>
          <p:cNvSpPr txBox="1"/>
          <p:nvPr/>
        </p:nvSpPr>
        <p:spPr>
          <a:xfrm>
            <a:off x="4213544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85" name="Google Shape;5885;p135"/>
          <p:cNvSpPr txBox="1"/>
          <p:nvPr/>
        </p:nvSpPr>
        <p:spPr>
          <a:xfrm>
            <a:off x="4167003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886" name="Google Shape;5886;p135"/>
          <p:cNvCxnSpPr/>
          <p:nvPr/>
        </p:nvCxnSpPr>
        <p:spPr>
          <a:xfrm>
            <a:off x="4511598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87" name="Google Shape;5887;p135"/>
          <p:cNvCxnSpPr>
            <a:endCxn id="5885" idx="1"/>
          </p:cNvCxnSpPr>
          <p:nvPr/>
        </p:nvCxnSpPr>
        <p:spPr>
          <a:xfrm rot="10800000" flipH="1">
            <a:off x="2901003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88" name="Google Shape;5888;p135"/>
          <p:cNvCxnSpPr/>
          <p:nvPr/>
        </p:nvCxnSpPr>
        <p:spPr>
          <a:xfrm rot="10800000" flipH="1">
            <a:off x="4658862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89" name="Google Shape;5889;p135"/>
          <p:cNvCxnSpPr/>
          <p:nvPr/>
        </p:nvCxnSpPr>
        <p:spPr>
          <a:xfrm>
            <a:off x="2758968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90" name="Google Shape;5890;p135"/>
          <p:cNvCxnSpPr>
            <a:endCxn id="5884" idx="0"/>
          </p:cNvCxnSpPr>
          <p:nvPr/>
        </p:nvCxnSpPr>
        <p:spPr>
          <a:xfrm>
            <a:off x="4404220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891" name="Google Shape;5891;p135"/>
          <p:cNvCxnSpPr/>
          <p:nvPr/>
        </p:nvCxnSpPr>
        <p:spPr>
          <a:xfrm>
            <a:off x="2900903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892" name="Google Shape;5892;p135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997613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3" name="Google Shape;5893;p135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973225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894" name="Google Shape;5894;p135"/>
          <p:cNvSpPr txBox="1"/>
          <p:nvPr/>
        </p:nvSpPr>
        <p:spPr>
          <a:xfrm>
            <a:off x="3177171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5" name="Google Shape;5895;p135"/>
          <p:cNvSpPr txBox="1"/>
          <p:nvPr/>
        </p:nvSpPr>
        <p:spPr>
          <a:xfrm>
            <a:off x="3177171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6" name="Google Shape;5896;p135"/>
          <p:cNvSpPr txBox="1"/>
          <p:nvPr/>
        </p:nvSpPr>
        <p:spPr>
          <a:xfrm>
            <a:off x="3902075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7" name="Google Shape;5897;p135"/>
          <p:cNvSpPr txBox="1"/>
          <p:nvPr/>
        </p:nvSpPr>
        <p:spPr>
          <a:xfrm>
            <a:off x="5777698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8" name="Google Shape;5898;p135"/>
          <p:cNvSpPr txBox="1"/>
          <p:nvPr/>
        </p:nvSpPr>
        <p:spPr>
          <a:xfrm>
            <a:off x="5870080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9" name="Google Shape;5899;p135"/>
          <p:cNvSpPr txBox="1"/>
          <p:nvPr/>
        </p:nvSpPr>
        <p:spPr>
          <a:xfrm>
            <a:off x="4365768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00" name="Google Shape;5900;p135"/>
          <p:cNvSpPr txBox="1"/>
          <p:nvPr/>
        </p:nvSpPr>
        <p:spPr>
          <a:xfrm>
            <a:off x="8047323" y="1257288"/>
            <a:ext cx="1855305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Edges: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</a:t>
            </a:r>
            <a:endParaRPr lang="pt-BR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01" name="Google Shape;5901;p135"/>
          <p:cNvSpPr txBox="1"/>
          <p:nvPr/>
        </p:nvSpPr>
        <p:spPr>
          <a:xfrm>
            <a:off x="7745781" y="3836722"/>
            <a:ext cx="213680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Adjacent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Pheromone conc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Length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05" name="Shape 5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7" name="Google Shape;5907;p136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0" name="Google Shape;5910;p136"/>
          <p:cNvSpPr txBox="1"/>
          <p:nvPr/>
        </p:nvSpPr>
        <p:spPr>
          <a:xfrm>
            <a:off x="7102211" y="2387451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['AB',['BC','BD'],8,1]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11" name="Google Shape;5911;p136"/>
          <p:cNvSpPr txBox="1"/>
          <p:nvPr/>
        </p:nvSpPr>
        <p:spPr>
          <a:xfrm>
            <a:off x="1489410" y="2624585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12" name="Google Shape;5912;p136"/>
          <p:cNvSpPr txBox="1"/>
          <p:nvPr/>
        </p:nvSpPr>
        <p:spPr>
          <a:xfrm>
            <a:off x="6219740" y="2819479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13" name="Google Shape;5913;p136"/>
          <p:cNvSpPr txBox="1"/>
          <p:nvPr/>
        </p:nvSpPr>
        <p:spPr>
          <a:xfrm>
            <a:off x="3312396" y="4475340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14" name="Google Shape;5914;p136"/>
          <p:cNvSpPr txBox="1"/>
          <p:nvPr/>
        </p:nvSpPr>
        <p:spPr>
          <a:xfrm>
            <a:off x="3265855" y="1242774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15" name="Google Shape;5915;p136"/>
          <p:cNvCxnSpPr/>
          <p:nvPr/>
        </p:nvCxnSpPr>
        <p:spPr>
          <a:xfrm>
            <a:off x="3610450" y="1535143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16" name="Google Shape;5916;p136"/>
          <p:cNvCxnSpPr>
            <a:endCxn id="5914" idx="1"/>
          </p:cNvCxnSpPr>
          <p:nvPr/>
        </p:nvCxnSpPr>
        <p:spPr>
          <a:xfrm rot="10800000" flipH="1">
            <a:off x="1999855" y="1625610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17" name="Google Shape;5917;p136"/>
          <p:cNvCxnSpPr/>
          <p:nvPr/>
        </p:nvCxnSpPr>
        <p:spPr>
          <a:xfrm rot="10800000" flipH="1">
            <a:off x="3757714" y="3311929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18" name="Google Shape;5918;p136"/>
          <p:cNvCxnSpPr/>
          <p:nvPr/>
        </p:nvCxnSpPr>
        <p:spPr>
          <a:xfrm>
            <a:off x="1857820" y="3288422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19" name="Google Shape;5919;p136"/>
          <p:cNvCxnSpPr>
            <a:endCxn id="5913" idx="0"/>
          </p:cNvCxnSpPr>
          <p:nvPr/>
        </p:nvCxnSpPr>
        <p:spPr>
          <a:xfrm>
            <a:off x="3503071" y="1894140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20" name="Google Shape;5920;p136"/>
          <p:cNvCxnSpPr/>
          <p:nvPr/>
        </p:nvCxnSpPr>
        <p:spPr>
          <a:xfrm>
            <a:off x="1999755" y="3006227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921" name="Google Shape;5921;p136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096465" y="1974209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2" name="Google Shape;5922;p136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072077" y="3146232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923" name="Google Shape;5923;p136"/>
          <p:cNvSpPr txBox="1"/>
          <p:nvPr/>
        </p:nvSpPr>
        <p:spPr>
          <a:xfrm>
            <a:off x="2276023" y="178005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4" name="Google Shape;5924;p136"/>
          <p:cNvSpPr txBox="1"/>
          <p:nvPr/>
        </p:nvSpPr>
        <p:spPr>
          <a:xfrm>
            <a:off x="2276023" y="405170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5" name="Google Shape;5925;p136"/>
          <p:cNvSpPr txBox="1"/>
          <p:nvPr/>
        </p:nvSpPr>
        <p:spPr>
          <a:xfrm>
            <a:off x="3000927" y="265109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6" name="Google Shape;5926;p136"/>
          <p:cNvSpPr txBox="1"/>
          <p:nvPr/>
        </p:nvSpPr>
        <p:spPr>
          <a:xfrm>
            <a:off x="4876550" y="189410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7" name="Google Shape;5927;p136"/>
          <p:cNvSpPr txBox="1"/>
          <p:nvPr/>
        </p:nvSpPr>
        <p:spPr>
          <a:xfrm>
            <a:off x="4968932" y="402686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8" name="Google Shape;5928;p136"/>
          <p:cNvSpPr txBox="1"/>
          <p:nvPr/>
        </p:nvSpPr>
        <p:spPr>
          <a:xfrm>
            <a:off x="3464620" y="3355756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29" name="Google Shape;5929;p136"/>
          <p:cNvCxnSpPr>
            <a:endCxn id="5914" idx="1"/>
          </p:cNvCxnSpPr>
          <p:nvPr/>
        </p:nvCxnSpPr>
        <p:spPr>
          <a:xfrm rot="10800000" flipH="1">
            <a:off x="2022055" y="1625610"/>
            <a:ext cx="1243800" cy="1195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30" name="Google Shape;5930;p136"/>
          <p:cNvCxnSpPr>
            <a:stCxn id="5913" idx="0"/>
          </p:cNvCxnSpPr>
          <p:nvPr/>
        </p:nvCxnSpPr>
        <p:spPr>
          <a:xfrm rot="10800000">
            <a:off x="3498571" y="1727640"/>
            <a:ext cx="108600" cy="2747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31" name="Google Shape;5931;p136"/>
          <p:cNvCxnSpPr/>
          <p:nvPr/>
        </p:nvCxnSpPr>
        <p:spPr>
          <a:xfrm rot="10800000">
            <a:off x="3606782" y="1535144"/>
            <a:ext cx="2535868" cy="135913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35" name="Shape 5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p137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0" name="Google Shape;5940;p137"/>
          <p:cNvSpPr txBox="1"/>
          <p:nvPr/>
        </p:nvSpPr>
        <p:spPr>
          <a:xfrm>
            <a:off x="1343769" y="2741656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41" name="Google Shape;5941;p137"/>
          <p:cNvSpPr txBox="1"/>
          <p:nvPr/>
        </p:nvSpPr>
        <p:spPr>
          <a:xfrm>
            <a:off x="6074099" y="2936550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42" name="Google Shape;5942;p137"/>
          <p:cNvSpPr txBox="1"/>
          <p:nvPr/>
        </p:nvSpPr>
        <p:spPr>
          <a:xfrm>
            <a:off x="3166755" y="4592411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43" name="Google Shape;5943;p137"/>
          <p:cNvSpPr txBox="1"/>
          <p:nvPr/>
        </p:nvSpPr>
        <p:spPr>
          <a:xfrm>
            <a:off x="3120214" y="1359845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44" name="Google Shape;5944;p137"/>
          <p:cNvCxnSpPr/>
          <p:nvPr/>
        </p:nvCxnSpPr>
        <p:spPr>
          <a:xfrm>
            <a:off x="3464809" y="1652214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45" name="Google Shape;5945;p137"/>
          <p:cNvCxnSpPr>
            <a:endCxn id="5943" idx="1"/>
          </p:cNvCxnSpPr>
          <p:nvPr/>
        </p:nvCxnSpPr>
        <p:spPr>
          <a:xfrm rot="10800000" flipH="1">
            <a:off x="1854214" y="1742681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46" name="Google Shape;5946;p137"/>
          <p:cNvCxnSpPr/>
          <p:nvPr/>
        </p:nvCxnSpPr>
        <p:spPr>
          <a:xfrm rot="10800000" flipH="1">
            <a:off x="3612073" y="3429000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47" name="Google Shape;5947;p137"/>
          <p:cNvCxnSpPr/>
          <p:nvPr/>
        </p:nvCxnSpPr>
        <p:spPr>
          <a:xfrm>
            <a:off x="1712179" y="3405493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48" name="Google Shape;5948;p137"/>
          <p:cNvCxnSpPr>
            <a:endCxn id="5942" idx="0"/>
          </p:cNvCxnSpPr>
          <p:nvPr/>
        </p:nvCxnSpPr>
        <p:spPr>
          <a:xfrm>
            <a:off x="3357431" y="2011211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49" name="Google Shape;5949;p137"/>
          <p:cNvCxnSpPr/>
          <p:nvPr/>
        </p:nvCxnSpPr>
        <p:spPr>
          <a:xfrm>
            <a:off x="1854114" y="3123298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950" name="Google Shape;5950;p137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950824" y="2091280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1" name="Google Shape;5951;p137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926436" y="3263303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952" name="Google Shape;5952;p137"/>
          <p:cNvSpPr txBox="1"/>
          <p:nvPr/>
        </p:nvSpPr>
        <p:spPr>
          <a:xfrm>
            <a:off x="2130382" y="1897124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3" name="Google Shape;5953;p137"/>
          <p:cNvSpPr txBox="1"/>
          <p:nvPr/>
        </p:nvSpPr>
        <p:spPr>
          <a:xfrm>
            <a:off x="2130382" y="416877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4" name="Google Shape;5954;p137"/>
          <p:cNvSpPr txBox="1"/>
          <p:nvPr/>
        </p:nvSpPr>
        <p:spPr>
          <a:xfrm>
            <a:off x="2855286" y="2768161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5" name="Google Shape;5955;p137"/>
          <p:cNvSpPr txBox="1"/>
          <p:nvPr/>
        </p:nvSpPr>
        <p:spPr>
          <a:xfrm>
            <a:off x="4730909" y="201117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6" name="Google Shape;5956;p137"/>
          <p:cNvSpPr txBox="1"/>
          <p:nvPr/>
        </p:nvSpPr>
        <p:spPr>
          <a:xfrm>
            <a:off x="4823291" y="4143934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7" name="Google Shape;5957;p137"/>
          <p:cNvSpPr txBox="1"/>
          <p:nvPr/>
        </p:nvSpPr>
        <p:spPr>
          <a:xfrm>
            <a:off x="3318979" y="347282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58" name="Google Shape;5958;p137"/>
          <p:cNvCxnSpPr/>
          <p:nvPr/>
        </p:nvCxnSpPr>
        <p:spPr>
          <a:xfrm>
            <a:off x="1822180" y="3136947"/>
            <a:ext cx="4251919" cy="7773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59" name="Google Shape;5959;p137"/>
          <p:cNvSpPr txBox="1"/>
          <p:nvPr/>
        </p:nvSpPr>
        <p:spPr>
          <a:xfrm>
            <a:off x="7195712" y="2403168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['AD',[],22,1]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63" name="Shape 5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5" name="Google Shape;5965;p138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8" name="Google Shape;5968;p138"/>
          <p:cNvSpPr txBox="1"/>
          <p:nvPr/>
        </p:nvSpPr>
        <p:spPr>
          <a:xfrm>
            <a:off x="1767706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69" name="Google Shape;5969;p138"/>
          <p:cNvSpPr txBox="1"/>
          <p:nvPr/>
        </p:nvSpPr>
        <p:spPr>
          <a:xfrm>
            <a:off x="6498036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70" name="Google Shape;5970;p138"/>
          <p:cNvSpPr txBox="1"/>
          <p:nvPr/>
        </p:nvSpPr>
        <p:spPr>
          <a:xfrm>
            <a:off x="3590692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71" name="Google Shape;5971;p138"/>
          <p:cNvSpPr txBox="1"/>
          <p:nvPr/>
        </p:nvSpPr>
        <p:spPr>
          <a:xfrm>
            <a:off x="3544151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72" name="Google Shape;5972;p138"/>
          <p:cNvCxnSpPr/>
          <p:nvPr/>
        </p:nvCxnSpPr>
        <p:spPr>
          <a:xfrm>
            <a:off x="3888746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73" name="Google Shape;5973;p138"/>
          <p:cNvCxnSpPr>
            <a:endCxn id="5971" idx="1"/>
          </p:cNvCxnSpPr>
          <p:nvPr/>
        </p:nvCxnSpPr>
        <p:spPr>
          <a:xfrm rot="10800000" flipH="1">
            <a:off x="2278151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74" name="Google Shape;5974;p138"/>
          <p:cNvCxnSpPr/>
          <p:nvPr/>
        </p:nvCxnSpPr>
        <p:spPr>
          <a:xfrm rot="10800000" flipH="1">
            <a:off x="4036010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75" name="Google Shape;5975;p138"/>
          <p:cNvCxnSpPr/>
          <p:nvPr/>
        </p:nvCxnSpPr>
        <p:spPr>
          <a:xfrm>
            <a:off x="2136116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76" name="Google Shape;5976;p138"/>
          <p:cNvCxnSpPr>
            <a:endCxn id="5970" idx="0"/>
          </p:cNvCxnSpPr>
          <p:nvPr/>
        </p:nvCxnSpPr>
        <p:spPr>
          <a:xfrm>
            <a:off x="3781368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5977" name="Google Shape;5977;p138"/>
          <p:cNvCxnSpPr/>
          <p:nvPr/>
        </p:nvCxnSpPr>
        <p:spPr>
          <a:xfrm>
            <a:off x="2278051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5978" name="Google Shape;5978;p138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374761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9" name="Google Shape;5979;p138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350373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5980" name="Google Shape;5980;p138"/>
          <p:cNvSpPr txBox="1"/>
          <p:nvPr/>
        </p:nvSpPr>
        <p:spPr>
          <a:xfrm>
            <a:off x="2554319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1" name="Google Shape;5981;p138"/>
          <p:cNvSpPr txBox="1"/>
          <p:nvPr/>
        </p:nvSpPr>
        <p:spPr>
          <a:xfrm>
            <a:off x="2554319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2" name="Google Shape;5982;p138"/>
          <p:cNvSpPr txBox="1"/>
          <p:nvPr/>
        </p:nvSpPr>
        <p:spPr>
          <a:xfrm>
            <a:off x="3279223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3" name="Google Shape;5983;p138"/>
          <p:cNvSpPr txBox="1"/>
          <p:nvPr/>
        </p:nvSpPr>
        <p:spPr>
          <a:xfrm>
            <a:off x="5154846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4" name="Google Shape;5984;p138"/>
          <p:cNvSpPr txBox="1"/>
          <p:nvPr/>
        </p:nvSpPr>
        <p:spPr>
          <a:xfrm>
            <a:off x="5247228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85" name="Google Shape;5985;p138"/>
          <p:cNvSpPr txBox="1"/>
          <p:nvPr/>
        </p:nvSpPr>
        <p:spPr>
          <a:xfrm>
            <a:off x="3742916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986" name="Google Shape;5986;p138"/>
          <p:cNvCxnSpPr>
            <a:endCxn id="5970" idx="0"/>
          </p:cNvCxnSpPr>
          <p:nvPr/>
        </p:nvCxnSpPr>
        <p:spPr>
          <a:xfrm>
            <a:off x="3787968" y="1902107"/>
            <a:ext cx="97500" cy="272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87" name="Google Shape;5987;p138"/>
          <p:cNvCxnSpPr/>
          <p:nvPr/>
        </p:nvCxnSpPr>
        <p:spPr>
          <a:xfrm rot="10800000" flipH="1">
            <a:off x="4057701" y="3463596"/>
            <a:ext cx="2440335" cy="1473224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88" name="Google Shape;5988;p138"/>
          <p:cNvSpPr txBox="1"/>
          <p:nvPr/>
        </p:nvSpPr>
        <p:spPr>
          <a:xfrm>
            <a:off x="7227071" y="2511837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['BC',['CD’],9,1]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92" name="Shape 5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4" name="Google Shape;5994;p139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7" name="Google Shape;5997;p139"/>
          <p:cNvSpPr txBox="1"/>
          <p:nvPr/>
        </p:nvSpPr>
        <p:spPr>
          <a:xfrm>
            <a:off x="1595427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98" name="Google Shape;5998;p139"/>
          <p:cNvSpPr txBox="1"/>
          <p:nvPr/>
        </p:nvSpPr>
        <p:spPr>
          <a:xfrm>
            <a:off x="6325757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99" name="Google Shape;5999;p139"/>
          <p:cNvSpPr txBox="1"/>
          <p:nvPr/>
        </p:nvSpPr>
        <p:spPr>
          <a:xfrm>
            <a:off x="3418413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00" name="Google Shape;6000;p139"/>
          <p:cNvSpPr txBox="1"/>
          <p:nvPr/>
        </p:nvSpPr>
        <p:spPr>
          <a:xfrm>
            <a:off x="3371872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01" name="Google Shape;6001;p139"/>
          <p:cNvCxnSpPr/>
          <p:nvPr/>
        </p:nvCxnSpPr>
        <p:spPr>
          <a:xfrm>
            <a:off x="3716467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02" name="Google Shape;6002;p139"/>
          <p:cNvCxnSpPr>
            <a:endCxn id="6000" idx="1"/>
          </p:cNvCxnSpPr>
          <p:nvPr/>
        </p:nvCxnSpPr>
        <p:spPr>
          <a:xfrm rot="10800000" flipH="1">
            <a:off x="2105872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03" name="Google Shape;6003;p139"/>
          <p:cNvCxnSpPr/>
          <p:nvPr/>
        </p:nvCxnSpPr>
        <p:spPr>
          <a:xfrm rot="10800000" flipH="1">
            <a:off x="3863731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04" name="Google Shape;6004;p139"/>
          <p:cNvCxnSpPr/>
          <p:nvPr/>
        </p:nvCxnSpPr>
        <p:spPr>
          <a:xfrm>
            <a:off x="1963837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05" name="Google Shape;6005;p139"/>
          <p:cNvCxnSpPr>
            <a:endCxn id="5999" idx="0"/>
          </p:cNvCxnSpPr>
          <p:nvPr/>
        </p:nvCxnSpPr>
        <p:spPr>
          <a:xfrm>
            <a:off x="3609089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06" name="Google Shape;6006;p139"/>
          <p:cNvCxnSpPr/>
          <p:nvPr/>
        </p:nvCxnSpPr>
        <p:spPr>
          <a:xfrm>
            <a:off x="2105772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6007" name="Google Shape;6007;p139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202482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8" name="Google Shape;6008;p139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178094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009" name="Google Shape;6009;p139"/>
          <p:cNvSpPr txBox="1"/>
          <p:nvPr/>
        </p:nvSpPr>
        <p:spPr>
          <a:xfrm>
            <a:off x="2382040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0" name="Google Shape;6010;p139"/>
          <p:cNvSpPr txBox="1"/>
          <p:nvPr/>
        </p:nvSpPr>
        <p:spPr>
          <a:xfrm>
            <a:off x="2382040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1" name="Google Shape;6011;p139"/>
          <p:cNvSpPr txBox="1"/>
          <p:nvPr/>
        </p:nvSpPr>
        <p:spPr>
          <a:xfrm>
            <a:off x="3106944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2" name="Google Shape;6012;p139"/>
          <p:cNvSpPr txBox="1"/>
          <p:nvPr/>
        </p:nvSpPr>
        <p:spPr>
          <a:xfrm>
            <a:off x="4982567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3" name="Google Shape;6013;p139"/>
          <p:cNvSpPr txBox="1"/>
          <p:nvPr/>
        </p:nvSpPr>
        <p:spPr>
          <a:xfrm>
            <a:off x="5074949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14" name="Google Shape;6014;p139"/>
          <p:cNvSpPr txBox="1"/>
          <p:nvPr/>
        </p:nvSpPr>
        <p:spPr>
          <a:xfrm>
            <a:off x="3570637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15" name="Google Shape;6015;p139"/>
          <p:cNvCxnSpPr/>
          <p:nvPr/>
        </p:nvCxnSpPr>
        <p:spPr>
          <a:xfrm>
            <a:off x="3675457" y="1684256"/>
            <a:ext cx="2562939" cy="136168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16" name="Google Shape;6016;p139"/>
          <p:cNvSpPr txBox="1"/>
          <p:nvPr/>
        </p:nvSpPr>
        <p:spPr>
          <a:xfrm>
            <a:off x="6970688" y="2498592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['BD',[],8,1]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20" name="Shape 6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2" name="Google Shape;6022;p140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5" name="Google Shape;6025;p140"/>
          <p:cNvSpPr txBox="1"/>
          <p:nvPr/>
        </p:nvSpPr>
        <p:spPr>
          <a:xfrm>
            <a:off x="1635185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6" name="Google Shape;6026;p140"/>
          <p:cNvSpPr txBox="1"/>
          <p:nvPr/>
        </p:nvSpPr>
        <p:spPr>
          <a:xfrm>
            <a:off x="6365515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7" name="Google Shape;6027;p140"/>
          <p:cNvSpPr txBox="1"/>
          <p:nvPr/>
        </p:nvSpPr>
        <p:spPr>
          <a:xfrm>
            <a:off x="3458171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8" name="Google Shape;6028;p140"/>
          <p:cNvSpPr txBox="1"/>
          <p:nvPr/>
        </p:nvSpPr>
        <p:spPr>
          <a:xfrm>
            <a:off x="3411630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29" name="Google Shape;6029;p140"/>
          <p:cNvCxnSpPr/>
          <p:nvPr/>
        </p:nvCxnSpPr>
        <p:spPr>
          <a:xfrm>
            <a:off x="3756225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30" name="Google Shape;6030;p140"/>
          <p:cNvCxnSpPr>
            <a:endCxn id="6028" idx="1"/>
          </p:cNvCxnSpPr>
          <p:nvPr/>
        </p:nvCxnSpPr>
        <p:spPr>
          <a:xfrm rot="10800000" flipH="1">
            <a:off x="2145630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31" name="Google Shape;6031;p140"/>
          <p:cNvCxnSpPr/>
          <p:nvPr/>
        </p:nvCxnSpPr>
        <p:spPr>
          <a:xfrm rot="10800000" flipH="1">
            <a:off x="3903489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32" name="Google Shape;6032;p140"/>
          <p:cNvCxnSpPr/>
          <p:nvPr/>
        </p:nvCxnSpPr>
        <p:spPr>
          <a:xfrm>
            <a:off x="2003595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33" name="Google Shape;6033;p140"/>
          <p:cNvCxnSpPr>
            <a:endCxn id="6027" idx="0"/>
          </p:cNvCxnSpPr>
          <p:nvPr/>
        </p:nvCxnSpPr>
        <p:spPr>
          <a:xfrm>
            <a:off x="3648846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34" name="Google Shape;6034;p140"/>
          <p:cNvCxnSpPr/>
          <p:nvPr/>
        </p:nvCxnSpPr>
        <p:spPr>
          <a:xfrm>
            <a:off x="2145530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6035" name="Google Shape;6035;p140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242240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6" name="Google Shape;6036;p140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217852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037" name="Google Shape;6037;p140"/>
          <p:cNvSpPr txBox="1"/>
          <p:nvPr/>
        </p:nvSpPr>
        <p:spPr>
          <a:xfrm>
            <a:off x="2421798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38" name="Google Shape;6038;p140"/>
          <p:cNvSpPr txBox="1"/>
          <p:nvPr/>
        </p:nvSpPr>
        <p:spPr>
          <a:xfrm>
            <a:off x="2421798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39" name="Google Shape;6039;p140"/>
          <p:cNvSpPr txBox="1"/>
          <p:nvPr/>
        </p:nvSpPr>
        <p:spPr>
          <a:xfrm>
            <a:off x="3146702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40" name="Google Shape;6040;p140"/>
          <p:cNvSpPr txBox="1"/>
          <p:nvPr/>
        </p:nvSpPr>
        <p:spPr>
          <a:xfrm>
            <a:off x="5022325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41" name="Google Shape;6041;p140"/>
          <p:cNvSpPr txBox="1"/>
          <p:nvPr/>
        </p:nvSpPr>
        <p:spPr>
          <a:xfrm>
            <a:off x="5114707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42" name="Google Shape;6042;p140"/>
          <p:cNvSpPr txBox="1"/>
          <p:nvPr/>
        </p:nvSpPr>
        <p:spPr>
          <a:xfrm>
            <a:off x="3610395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43" name="Google Shape;6043;p140"/>
          <p:cNvCxnSpPr/>
          <p:nvPr/>
        </p:nvCxnSpPr>
        <p:spPr>
          <a:xfrm>
            <a:off x="1938147" y="3347432"/>
            <a:ext cx="1499735" cy="15128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44" name="Google Shape;6044;p140"/>
          <p:cNvCxnSpPr/>
          <p:nvPr/>
        </p:nvCxnSpPr>
        <p:spPr>
          <a:xfrm rot="10800000" flipH="1">
            <a:off x="3881400" y="3507423"/>
            <a:ext cx="2484115" cy="143922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45" name="Google Shape;6045;p140"/>
          <p:cNvCxnSpPr/>
          <p:nvPr/>
        </p:nvCxnSpPr>
        <p:spPr>
          <a:xfrm rot="10800000">
            <a:off x="3627039" y="1902159"/>
            <a:ext cx="88176" cy="269379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46" name="Google Shape;6046;p140"/>
          <p:cNvSpPr txBox="1"/>
          <p:nvPr/>
        </p:nvSpPr>
        <p:spPr>
          <a:xfrm>
            <a:off x="6752118" y="2406920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['AC',[‘CB',’CD'],14,1]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50" name="Shape 6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2" name="Google Shape;6052;p141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5" name="Google Shape;6055;p141"/>
          <p:cNvSpPr txBox="1"/>
          <p:nvPr/>
        </p:nvSpPr>
        <p:spPr>
          <a:xfrm>
            <a:off x="1714697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56" name="Google Shape;6056;p141"/>
          <p:cNvSpPr txBox="1"/>
          <p:nvPr/>
        </p:nvSpPr>
        <p:spPr>
          <a:xfrm>
            <a:off x="6445027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57" name="Google Shape;6057;p141"/>
          <p:cNvSpPr txBox="1"/>
          <p:nvPr/>
        </p:nvSpPr>
        <p:spPr>
          <a:xfrm>
            <a:off x="3537683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58" name="Google Shape;6058;p141"/>
          <p:cNvSpPr txBox="1"/>
          <p:nvPr/>
        </p:nvSpPr>
        <p:spPr>
          <a:xfrm>
            <a:off x="3491142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59" name="Google Shape;6059;p141"/>
          <p:cNvCxnSpPr/>
          <p:nvPr/>
        </p:nvCxnSpPr>
        <p:spPr>
          <a:xfrm>
            <a:off x="3835737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60" name="Google Shape;6060;p141"/>
          <p:cNvCxnSpPr>
            <a:endCxn id="6058" idx="1"/>
          </p:cNvCxnSpPr>
          <p:nvPr/>
        </p:nvCxnSpPr>
        <p:spPr>
          <a:xfrm rot="10800000" flipH="1">
            <a:off x="2225142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61" name="Google Shape;6061;p141"/>
          <p:cNvCxnSpPr/>
          <p:nvPr/>
        </p:nvCxnSpPr>
        <p:spPr>
          <a:xfrm rot="10800000" flipH="1">
            <a:off x="3983001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62" name="Google Shape;6062;p141"/>
          <p:cNvCxnSpPr/>
          <p:nvPr/>
        </p:nvCxnSpPr>
        <p:spPr>
          <a:xfrm>
            <a:off x="2083107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63" name="Google Shape;6063;p141"/>
          <p:cNvCxnSpPr>
            <a:endCxn id="6057" idx="0"/>
          </p:cNvCxnSpPr>
          <p:nvPr/>
        </p:nvCxnSpPr>
        <p:spPr>
          <a:xfrm>
            <a:off x="3728359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64" name="Google Shape;6064;p141"/>
          <p:cNvCxnSpPr/>
          <p:nvPr/>
        </p:nvCxnSpPr>
        <p:spPr>
          <a:xfrm>
            <a:off x="2225042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6065" name="Google Shape;6065;p141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321752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6" name="Google Shape;6066;p141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297364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067" name="Google Shape;6067;p141"/>
          <p:cNvSpPr txBox="1"/>
          <p:nvPr/>
        </p:nvSpPr>
        <p:spPr>
          <a:xfrm>
            <a:off x="2501310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68" name="Google Shape;6068;p141"/>
          <p:cNvSpPr txBox="1"/>
          <p:nvPr/>
        </p:nvSpPr>
        <p:spPr>
          <a:xfrm>
            <a:off x="2501310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69" name="Google Shape;6069;p141"/>
          <p:cNvSpPr txBox="1"/>
          <p:nvPr/>
        </p:nvSpPr>
        <p:spPr>
          <a:xfrm>
            <a:off x="3226214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0" name="Google Shape;6070;p141"/>
          <p:cNvSpPr txBox="1"/>
          <p:nvPr/>
        </p:nvSpPr>
        <p:spPr>
          <a:xfrm>
            <a:off x="5101837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1" name="Google Shape;6071;p141"/>
          <p:cNvSpPr txBox="1"/>
          <p:nvPr/>
        </p:nvSpPr>
        <p:spPr>
          <a:xfrm>
            <a:off x="5194219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2" name="Google Shape;6072;p141"/>
          <p:cNvSpPr txBox="1"/>
          <p:nvPr/>
        </p:nvSpPr>
        <p:spPr>
          <a:xfrm>
            <a:off x="3689907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73" name="Google Shape;6073;p141"/>
          <p:cNvCxnSpPr/>
          <p:nvPr/>
        </p:nvCxnSpPr>
        <p:spPr>
          <a:xfrm flipH="1">
            <a:off x="3995233" y="3463596"/>
            <a:ext cx="2471695" cy="147803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74" name="Google Shape;6074;p141"/>
          <p:cNvSpPr txBox="1"/>
          <p:nvPr/>
        </p:nvSpPr>
        <p:spPr>
          <a:xfrm>
            <a:off x="6712532" y="2212035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['CD',[],10,1]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78" name="Shape 6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0" name="Google Shape;6080;p142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3" name="Google Shape;6083;p142"/>
          <p:cNvSpPr txBox="1"/>
          <p:nvPr/>
        </p:nvSpPr>
        <p:spPr>
          <a:xfrm>
            <a:off x="1966488" y="2776252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84" name="Google Shape;6084;p142"/>
          <p:cNvSpPr txBox="1"/>
          <p:nvPr/>
        </p:nvSpPr>
        <p:spPr>
          <a:xfrm>
            <a:off x="6696818" y="2971146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85" name="Google Shape;6085;p142"/>
          <p:cNvSpPr txBox="1"/>
          <p:nvPr/>
        </p:nvSpPr>
        <p:spPr>
          <a:xfrm>
            <a:off x="3789474" y="4627007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86" name="Google Shape;6086;p142"/>
          <p:cNvSpPr txBox="1"/>
          <p:nvPr/>
        </p:nvSpPr>
        <p:spPr>
          <a:xfrm>
            <a:off x="3742933" y="1394441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087" name="Google Shape;6087;p142"/>
          <p:cNvCxnSpPr/>
          <p:nvPr/>
        </p:nvCxnSpPr>
        <p:spPr>
          <a:xfrm>
            <a:off x="4087528" y="1686810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88" name="Google Shape;6088;p142"/>
          <p:cNvCxnSpPr>
            <a:endCxn id="6086" idx="1"/>
          </p:cNvCxnSpPr>
          <p:nvPr/>
        </p:nvCxnSpPr>
        <p:spPr>
          <a:xfrm rot="10800000" flipH="1">
            <a:off x="2476933" y="1777277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89" name="Google Shape;6089;p142"/>
          <p:cNvCxnSpPr/>
          <p:nvPr/>
        </p:nvCxnSpPr>
        <p:spPr>
          <a:xfrm rot="10800000" flipH="1">
            <a:off x="4234792" y="3463596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90" name="Google Shape;6090;p142"/>
          <p:cNvCxnSpPr/>
          <p:nvPr/>
        </p:nvCxnSpPr>
        <p:spPr>
          <a:xfrm>
            <a:off x="2334898" y="3440089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91" name="Google Shape;6091;p142"/>
          <p:cNvCxnSpPr>
            <a:endCxn id="6085" idx="0"/>
          </p:cNvCxnSpPr>
          <p:nvPr/>
        </p:nvCxnSpPr>
        <p:spPr>
          <a:xfrm>
            <a:off x="3980150" y="2045807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092" name="Google Shape;6092;p142"/>
          <p:cNvCxnSpPr/>
          <p:nvPr/>
        </p:nvCxnSpPr>
        <p:spPr>
          <a:xfrm>
            <a:off x="2476833" y="3157894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6093" name="Google Shape;6093;p142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573543" y="2125876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4" name="Google Shape;6094;p142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549155" y="3297899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095" name="Google Shape;6095;p142"/>
          <p:cNvSpPr txBox="1"/>
          <p:nvPr/>
        </p:nvSpPr>
        <p:spPr>
          <a:xfrm>
            <a:off x="2753101" y="193172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96" name="Google Shape;6096;p142"/>
          <p:cNvSpPr txBox="1"/>
          <p:nvPr/>
        </p:nvSpPr>
        <p:spPr>
          <a:xfrm>
            <a:off x="2753101" y="42033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97" name="Google Shape;6097;p142"/>
          <p:cNvSpPr txBox="1"/>
          <p:nvPr/>
        </p:nvSpPr>
        <p:spPr>
          <a:xfrm>
            <a:off x="3478005" y="28027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98" name="Google Shape;6098;p142"/>
          <p:cNvSpPr txBox="1"/>
          <p:nvPr/>
        </p:nvSpPr>
        <p:spPr>
          <a:xfrm>
            <a:off x="5353628" y="2045768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99" name="Google Shape;6099;p142"/>
          <p:cNvSpPr txBox="1"/>
          <p:nvPr/>
        </p:nvSpPr>
        <p:spPr>
          <a:xfrm>
            <a:off x="5446010" y="4178530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00" name="Google Shape;6100;p142"/>
          <p:cNvSpPr txBox="1"/>
          <p:nvPr/>
        </p:nvSpPr>
        <p:spPr>
          <a:xfrm>
            <a:off x="3941698" y="3507423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101" name="Google Shape;6101;p142"/>
          <p:cNvCxnSpPr/>
          <p:nvPr/>
        </p:nvCxnSpPr>
        <p:spPr>
          <a:xfrm>
            <a:off x="3976965" y="1953551"/>
            <a:ext cx="83067" cy="269720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02" name="Google Shape;6102;p142"/>
          <p:cNvCxnSpPr/>
          <p:nvPr/>
        </p:nvCxnSpPr>
        <p:spPr>
          <a:xfrm>
            <a:off x="4173544" y="1730947"/>
            <a:ext cx="2523274" cy="139794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03" name="Google Shape;6103;p142"/>
          <p:cNvSpPr txBox="1"/>
          <p:nvPr/>
        </p:nvSpPr>
        <p:spPr>
          <a:xfrm>
            <a:off x="7195712" y="2319948"/>
            <a:ext cx="2686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['CB',['BD'],9,1]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07" name="Shape 6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9" name="Google Shape;6109;p143"/>
          <p:cNvSpPr/>
          <p:nvPr/>
        </p:nvSpPr>
        <p:spPr>
          <a:xfrm>
            <a:off x="2309410" y="178553"/>
            <a:ext cx="757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tx1"/>
                </a:solidFill>
                <a:effectLst/>
                <a:latin typeface="Montserrat"/>
                <a:ea typeface="Montserrat"/>
                <a:cs typeface="Montserrat"/>
                <a:sym typeface="Montserrat"/>
              </a:rPr>
              <a:t>ACO – SHORTEST PATH PROBLEM</a:t>
            </a:r>
            <a:endParaRPr lang="pt-BR" sz="2400" b="1">
              <a:solidFill>
                <a:schemeClr val="tx1"/>
              </a:solidFill>
              <a:effectLst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2" name="Google Shape;6112;p143"/>
          <p:cNvSpPr txBox="1"/>
          <p:nvPr/>
        </p:nvSpPr>
        <p:spPr>
          <a:xfrm>
            <a:off x="7481177" y="2157559"/>
            <a:ext cx="268687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['AB',['BC','BD'],8,1]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['AC',['BC','BD'],14,1]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['AD',[],22,1]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['BC',['CD’],9,1]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['CB',['BD'],9,1]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['BD',[],8,1]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</a:t>
            </a:r>
            <a:r>
              <a:rPr lang="pt-BR" sz="1800" b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= ['CD',[],10,1]</a:t>
            </a:r>
            <a:endParaRPr lang="pt-BR" sz="1800" b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3" name="Google Shape;6113;p143"/>
          <p:cNvSpPr txBox="1"/>
          <p:nvPr/>
        </p:nvSpPr>
        <p:spPr>
          <a:xfrm>
            <a:off x="1780958" y="2694941"/>
            <a:ext cx="632343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4" name="Google Shape;6114;p143"/>
          <p:cNvSpPr txBox="1"/>
          <p:nvPr/>
        </p:nvSpPr>
        <p:spPr>
          <a:xfrm>
            <a:off x="6511288" y="2889835"/>
            <a:ext cx="64493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5" name="Google Shape;6115;p143"/>
          <p:cNvSpPr txBox="1"/>
          <p:nvPr/>
        </p:nvSpPr>
        <p:spPr>
          <a:xfrm>
            <a:off x="3603944" y="4545696"/>
            <a:ext cx="589551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6" name="Google Shape;6116;p143"/>
          <p:cNvSpPr txBox="1"/>
          <p:nvPr/>
        </p:nvSpPr>
        <p:spPr>
          <a:xfrm>
            <a:off x="3557403" y="1313130"/>
            <a:ext cx="607170" cy="76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endParaRPr lang="pt-BR" sz="2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117" name="Google Shape;6117;p143"/>
          <p:cNvCxnSpPr/>
          <p:nvPr/>
        </p:nvCxnSpPr>
        <p:spPr>
          <a:xfrm>
            <a:off x="3901998" y="1605499"/>
            <a:ext cx="2532200" cy="1359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118" name="Google Shape;6118;p143"/>
          <p:cNvCxnSpPr>
            <a:endCxn id="6116" idx="1"/>
          </p:cNvCxnSpPr>
          <p:nvPr/>
        </p:nvCxnSpPr>
        <p:spPr>
          <a:xfrm rot="10800000" flipH="1">
            <a:off x="2291403" y="1695965"/>
            <a:ext cx="1266000" cy="119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119" name="Google Shape;6119;p143"/>
          <p:cNvCxnSpPr/>
          <p:nvPr/>
        </p:nvCxnSpPr>
        <p:spPr>
          <a:xfrm rot="10800000" flipH="1">
            <a:off x="4049262" y="3382285"/>
            <a:ext cx="2483927" cy="14830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120" name="Google Shape;6120;p143"/>
          <p:cNvCxnSpPr/>
          <p:nvPr/>
        </p:nvCxnSpPr>
        <p:spPr>
          <a:xfrm>
            <a:off x="2149368" y="3358778"/>
            <a:ext cx="1516280" cy="14836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121" name="Google Shape;6121;p143"/>
          <p:cNvCxnSpPr>
            <a:endCxn id="6115" idx="0"/>
          </p:cNvCxnSpPr>
          <p:nvPr/>
        </p:nvCxnSpPr>
        <p:spPr>
          <a:xfrm>
            <a:off x="3794620" y="1964496"/>
            <a:ext cx="104100" cy="258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cxnSp>
        <p:nvCxnSpPr>
          <p:cNvPr id="6122" name="Google Shape;6122;p143"/>
          <p:cNvCxnSpPr/>
          <p:nvPr/>
        </p:nvCxnSpPr>
        <p:spPr>
          <a:xfrm>
            <a:off x="2291303" y="3076583"/>
            <a:ext cx="4241886" cy="966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pic>
        <p:nvPicPr>
          <p:cNvPr id="6123" name="Google Shape;6123;p143" descr="Formiga com preenchimento sólid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4028852">
            <a:off x="1388013" y="2044565"/>
            <a:ext cx="771922" cy="7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4" name="Google Shape;6124;p143" descr="Formiga com preenchimento sólid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078250">
            <a:off x="1363625" y="3216588"/>
            <a:ext cx="771922" cy="771922"/>
          </a:xfrm>
          <a:prstGeom prst="rect">
            <a:avLst/>
          </a:prstGeom>
          <a:noFill/>
          <a:ln>
            <a:noFill/>
          </a:ln>
        </p:spPr>
      </p:pic>
      <p:sp>
        <p:nvSpPr>
          <p:cNvPr id="6125" name="Google Shape;6125;p143"/>
          <p:cNvSpPr txBox="1"/>
          <p:nvPr/>
        </p:nvSpPr>
        <p:spPr>
          <a:xfrm>
            <a:off x="2567571" y="1850409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6" name="Google Shape;6126;p143"/>
          <p:cNvSpPr txBox="1"/>
          <p:nvPr/>
        </p:nvSpPr>
        <p:spPr>
          <a:xfrm>
            <a:off x="2567571" y="41220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7" name="Google Shape;6127;p143"/>
          <p:cNvSpPr txBox="1"/>
          <p:nvPr/>
        </p:nvSpPr>
        <p:spPr>
          <a:xfrm>
            <a:off x="3292475" y="2721446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22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8" name="Google Shape;6128;p143"/>
          <p:cNvSpPr txBox="1"/>
          <p:nvPr/>
        </p:nvSpPr>
        <p:spPr>
          <a:xfrm>
            <a:off x="5168098" y="1964457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9" name="Google Shape;6129;p143"/>
          <p:cNvSpPr txBox="1"/>
          <p:nvPr/>
        </p:nvSpPr>
        <p:spPr>
          <a:xfrm>
            <a:off x="5260480" y="4097219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30" name="Google Shape;6130;p143"/>
          <p:cNvSpPr txBox="1"/>
          <p:nvPr/>
        </p:nvSpPr>
        <p:spPr>
          <a:xfrm>
            <a:off x="3756168" y="3426112"/>
            <a:ext cx="4636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r>
            <a:endParaRPr lang="pt-BR" sz="2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34" name="Shape 6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5" name="Google Shape;6135;p144"/>
          <p:cNvGrpSpPr/>
          <p:nvPr/>
        </p:nvGrpSpPr>
        <p:grpSpPr>
          <a:xfrm>
            <a:off x="2823212" y="1497496"/>
            <a:ext cx="6360045" cy="2424354"/>
            <a:chOff x="2810459" y="1603513"/>
            <a:chExt cx="6360045" cy="2424354"/>
          </a:xfrm>
        </p:grpSpPr>
        <p:grpSp>
          <p:nvGrpSpPr>
            <p:cNvPr id="6136" name="Google Shape;6136;p144"/>
            <p:cNvGrpSpPr/>
            <p:nvPr/>
          </p:nvGrpSpPr>
          <p:grpSpPr>
            <a:xfrm>
              <a:off x="2810459" y="2273541"/>
              <a:ext cx="6360045" cy="1754326"/>
              <a:chOff x="2783955" y="1338383"/>
              <a:chExt cx="6360045" cy="1754326"/>
            </a:xfrm>
          </p:grpSpPr>
          <p:sp>
            <p:nvSpPr>
              <p:cNvPr id="6137" name="Google Shape;6137;p144"/>
              <p:cNvSpPr txBox="1"/>
              <p:nvPr/>
            </p:nvSpPr>
            <p:spPr>
              <a:xfrm>
                <a:off x="2783955" y="1338383"/>
                <a:ext cx="3312045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ab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AB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'BD','BE','BC'],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5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ac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AC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'CB','CD','CE'],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6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ae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AE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30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bd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BD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'DE','DC'],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6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be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BE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16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38" name="Google Shape;6138;p144"/>
              <p:cNvSpPr txBox="1"/>
              <p:nvPr/>
            </p:nvSpPr>
            <p:spPr>
              <a:xfrm>
                <a:off x="6096000" y="1338383"/>
                <a:ext cx="3048000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bc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BC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'CD','CE'],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cb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CB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'BD','BE'],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cd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CD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'DE'],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17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ce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CE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10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de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DE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4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dc = ['</a:t>
                </a:r>
                <a:r>
                  <a:rPr lang="pt-BR" sz="1800" b="1">
                    <a:solidFill>
                      <a:srgbClr val="FF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DC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',['</a:t>
                </a:r>
                <a:r>
                  <a:rPr lang="pt-BR" sz="1800" b="1">
                    <a:solidFill>
                      <a:srgbClr val="0070C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CE'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],</a:t>
                </a:r>
                <a:r>
                  <a:rPr lang="pt-BR" sz="1800" b="1">
                    <a:solidFill>
                      <a:srgbClr val="00B05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17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,</a:t>
                </a:r>
                <a:r>
                  <a:rPr lang="pt-BR" sz="1800" b="1">
                    <a:solidFill>
                      <a:srgbClr val="BF9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1</a:t>
                </a:r>
                <a:r>
                  <a:rPr lang="pt-BR" sz="1800" b="1">
                    <a:solidFill>
                      <a:schemeClr val="dk1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]</a:t>
                </a:r>
                <a:endPara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6139" name="Google Shape;6139;p144"/>
            <p:cNvSpPr txBox="1"/>
            <p:nvPr/>
          </p:nvSpPr>
          <p:spPr>
            <a:xfrm>
              <a:off x="2968487" y="1603513"/>
              <a:ext cx="56719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Edge</a:t>
              </a:r>
              <a:r>
                <a:rPr lang="pt-BR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= [</a:t>
              </a:r>
              <a:r>
                <a:rPr lang="pt-BR" sz="1800" b="1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name</a:t>
              </a:r>
              <a:r>
                <a:rPr lang="pt-BR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, </a:t>
              </a:r>
              <a:r>
                <a:rPr lang="pt-BR" sz="1800" b="1">
                  <a:solidFill>
                    <a:srgbClr val="0070C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adjacent</a:t>
              </a:r>
              <a:r>
                <a:rPr lang="pt-BR" sz="1800">
                  <a:solidFill>
                    <a:srgbClr val="0070C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r>
                <a:rPr lang="pt-BR" sz="1800" b="1">
                  <a:solidFill>
                    <a:srgbClr val="0070C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edges</a:t>
              </a:r>
              <a:r>
                <a:rPr lang="pt-BR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, </a:t>
              </a:r>
              <a:r>
                <a:rPr lang="pt-BR" sz="1800" b="1">
                  <a:solidFill>
                    <a:srgbClr val="00B05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length</a:t>
              </a:r>
              <a:r>
                <a:rPr lang="pt-BR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, </a:t>
              </a:r>
              <a:r>
                <a:rPr lang="pt-BR" sz="1800" b="1">
                  <a:solidFill>
                    <a:srgbClr val="BF9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pheromone</a:t>
              </a:r>
              <a:r>
                <a:rPr lang="pt-BR" sz="1800">
                  <a:solidFill>
                    <a:srgbClr val="BF9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 </a:t>
              </a:r>
              <a:r>
                <a:rPr lang="pt-BR" sz="1800" b="1">
                  <a:solidFill>
                    <a:srgbClr val="BF9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level</a:t>
              </a:r>
              <a:r>
                <a:rPr lang="pt-BR" sz="18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]</a:t>
              </a:r>
              <a:endParaRPr lang="pt-BR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3" name="Shape 6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" name="Google Shape;6144;p145"/>
          <p:cNvGrpSpPr/>
          <p:nvPr/>
        </p:nvGrpSpPr>
        <p:grpSpPr>
          <a:xfrm>
            <a:off x="4024381" y="1102363"/>
            <a:ext cx="5662956" cy="3724528"/>
            <a:chOff x="3202748" y="1099263"/>
            <a:chExt cx="4592729" cy="2619308"/>
          </a:xfrm>
        </p:grpSpPr>
        <p:sp>
          <p:nvSpPr>
            <p:cNvPr id="6145" name="Google Shape;6145;p145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46" name="Google Shape;6146;p145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47" name="Google Shape;6147;p145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48" name="Google Shape;6148;p145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49" name="Google Shape;6149;p145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150" name="Google Shape;6150;p145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1" name="Google Shape;6151;p145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2" name="Google Shape;6152;p145"/>
            <p:cNvCxnSpPr>
              <a:endCxn id="6149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3" name="Google Shape;6153;p145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4" name="Google Shape;6154;p145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5" name="Google Shape;6155;p145"/>
            <p:cNvCxnSpPr>
              <a:endCxn id="6146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6" name="Google Shape;6156;p145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7" name="Google Shape;6157;p145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58" name="Google Shape;6158;p145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159" name="Google Shape;6159;p145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0" name="Google Shape;6160;p145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1" name="Google Shape;6161;p145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2" name="Google Shape;6162;p145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3" name="Google Shape;6163;p145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4" name="Google Shape;6164;p145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5" name="Google Shape;6165;p145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6" name="Google Shape;6166;p145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67" name="Google Shape;6167;p145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168" name="Google Shape;6168;p145"/>
          <p:cNvSpPr txBox="1"/>
          <p:nvPr/>
        </p:nvSpPr>
        <p:spPr>
          <a:xfrm>
            <a:off x="967234" y="110236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72" name="Shape 6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3" name="Google Shape;6173;p146"/>
          <p:cNvGrpSpPr/>
          <p:nvPr/>
        </p:nvGrpSpPr>
        <p:grpSpPr>
          <a:xfrm>
            <a:off x="4024381" y="1102363"/>
            <a:ext cx="5662956" cy="3724528"/>
            <a:chOff x="3202748" y="1099263"/>
            <a:chExt cx="4592729" cy="2619308"/>
          </a:xfrm>
        </p:grpSpPr>
        <p:sp>
          <p:nvSpPr>
            <p:cNvPr id="6174" name="Google Shape;6174;p146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5" name="Google Shape;6175;p146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6" name="Google Shape;6176;p146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7" name="Google Shape;6177;p146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8" name="Google Shape;6178;p146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179" name="Google Shape;6179;p146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0" name="Google Shape;6180;p146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1" name="Google Shape;6181;p146"/>
            <p:cNvCxnSpPr>
              <a:endCxn id="6178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2" name="Google Shape;6182;p146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3" name="Google Shape;6183;p146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4" name="Google Shape;6184;p146"/>
            <p:cNvCxnSpPr>
              <a:endCxn id="6175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5" name="Google Shape;6185;p146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6" name="Google Shape;6186;p146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87" name="Google Shape;6187;p146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188" name="Google Shape;6188;p146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89" name="Google Shape;6189;p146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0" name="Google Shape;6190;p146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1" name="Google Shape;6191;p146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2" name="Google Shape;6192;p146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3" name="Google Shape;6193;p146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4" name="Google Shape;6194;p146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5" name="Google Shape;6195;p146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6" name="Google Shape;6196;p146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197" name="Google Shape;6197;p146"/>
          <p:cNvSpPr txBox="1"/>
          <p:nvPr/>
        </p:nvSpPr>
        <p:spPr>
          <a:xfrm>
            <a:off x="967234" y="110236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198" name="Google Shape;6198;p146"/>
          <p:cNvCxnSpPr/>
          <p:nvPr/>
        </p:nvCxnSpPr>
        <p:spPr>
          <a:xfrm rot="10800000" flipH="1">
            <a:off x="4506248" y="1744651"/>
            <a:ext cx="1020642" cy="115252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99" name="Google Shape;6199;p146"/>
          <p:cNvCxnSpPr>
            <a:endCxn id="6178" idx="1"/>
          </p:cNvCxnSpPr>
          <p:nvPr/>
        </p:nvCxnSpPr>
        <p:spPr>
          <a:xfrm>
            <a:off x="5984969" y="1587836"/>
            <a:ext cx="1836000" cy="142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00" name="Google Shape;6200;p146"/>
          <p:cNvCxnSpPr/>
          <p:nvPr/>
        </p:nvCxnSpPr>
        <p:spPr>
          <a:xfrm>
            <a:off x="5989750" y="1673813"/>
            <a:ext cx="3109336" cy="132134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01" name="Google Shape;6201;p146"/>
          <p:cNvCxnSpPr/>
          <p:nvPr/>
        </p:nvCxnSpPr>
        <p:spPr>
          <a:xfrm>
            <a:off x="5668800" y="1748192"/>
            <a:ext cx="14702" cy="2334706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05" name="Shape 6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6" name="Google Shape;6206;p147"/>
          <p:cNvGrpSpPr/>
          <p:nvPr/>
        </p:nvGrpSpPr>
        <p:grpSpPr>
          <a:xfrm>
            <a:off x="4024382" y="1142120"/>
            <a:ext cx="5662956" cy="3724528"/>
            <a:chOff x="3202748" y="1099263"/>
            <a:chExt cx="4592729" cy="2619308"/>
          </a:xfrm>
        </p:grpSpPr>
        <p:sp>
          <p:nvSpPr>
            <p:cNvPr id="6207" name="Google Shape;6207;p147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08" name="Google Shape;6208;p147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09" name="Google Shape;6209;p147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10" name="Google Shape;6210;p147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11" name="Google Shape;6211;p147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212" name="Google Shape;6212;p147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3" name="Google Shape;6213;p147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4" name="Google Shape;6214;p147"/>
            <p:cNvCxnSpPr>
              <a:endCxn id="6211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5" name="Google Shape;6215;p147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6" name="Google Shape;6216;p147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7" name="Google Shape;6217;p147"/>
            <p:cNvCxnSpPr>
              <a:endCxn id="6208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8" name="Google Shape;6218;p147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9" name="Google Shape;6219;p147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20" name="Google Shape;6220;p147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221" name="Google Shape;6221;p147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2" name="Google Shape;6222;p147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3" name="Google Shape;6223;p147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4" name="Google Shape;6224;p147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5" name="Google Shape;6225;p147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6" name="Google Shape;6226;p147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7" name="Google Shape;6227;p147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8" name="Google Shape;6228;p147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29" name="Google Shape;6229;p147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30" name="Google Shape;6230;p147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231" name="Google Shape;6231;p147"/>
          <p:cNvCxnSpPr/>
          <p:nvPr/>
        </p:nvCxnSpPr>
        <p:spPr>
          <a:xfrm>
            <a:off x="4430553" y="3150646"/>
            <a:ext cx="1032433" cy="117020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32" name="Google Shape;6232;p147"/>
          <p:cNvCxnSpPr>
            <a:endCxn id="6210" idx="0"/>
          </p:cNvCxnSpPr>
          <p:nvPr/>
        </p:nvCxnSpPr>
        <p:spPr>
          <a:xfrm>
            <a:off x="5655774" y="1821355"/>
            <a:ext cx="67200" cy="2301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33" name="Google Shape;6233;p147"/>
          <p:cNvCxnSpPr/>
          <p:nvPr/>
        </p:nvCxnSpPr>
        <p:spPr>
          <a:xfrm flipH="1">
            <a:off x="5929154" y="2046378"/>
            <a:ext cx="1947664" cy="217522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34" name="Google Shape;6234;p147"/>
          <p:cNvCxnSpPr>
            <a:stCxn id="6208" idx="1"/>
          </p:cNvCxnSpPr>
          <p:nvPr/>
        </p:nvCxnSpPr>
        <p:spPr>
          <a:xfrm flipH="1">
            <a:off x="6066387" y="3208077"/>
            <a:ext cx="3032700" cy="1256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38" name="Shape 6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9" name="Google Shape;6239;p148"/>
          <p:cNvGrpSpPr/>
          <p:nvPr/>
        </p:nvGrpSpPr>
        <p:grpSpPr>
          <a:xfrm>
            <a:off x="3984626" y="1142120"/>
            <a:ext cx="5662956" cy="3724528"/>
            <a:chOff x="3202748" y="1099263"/>
            <a:chExt cx="4592729" cy="2619308"/>
          </a:xfrm>
        </p:grpSpPr>
        <p:sp>
          <p:nvSpPr>
            <p:cNvPr id="6240" name="Google Shape;6240;p148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41" name="Google Shape;6241;p148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42" name="Google Shape;6242;p148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43" name="Google Shape;6243;p148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44" name="Google Shape;6244;p148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245" name="Google Shape;6245;p148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46" name="Google Shape;6246;p148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47" name="Google Shape;6247;p148"/>
            <p:cNvCxnSpPr>
              <a:endCxn id="6244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48" name="Google Shape;6248;p148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49" name="Google Shape;6249;p148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50" name="Google Shape;6250;p148"/>
            <p:cNvCxnSpPr>
              <a:endCxn id="6241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51" name="Google Shape;6251;p148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52" name="Google Shape;6252;p148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53" name="Google Shape;6253;p148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254" name="Google Shape;6254;p148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5" name="Google Shape;6255;p148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6" name="Google Shape;6256;p148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7" name="Google Shape;6257;p148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8" name="Google Shape;6258;p148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59" name="Google Shape;6259;p148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60" name="Google Shape;6260;p148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61" name="Google Shape;6261;p148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62" name="Google Shape;6262;p148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63" name="Google Shape;6263;p148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264" name="Google Shape;6264;p148"/>
          <p:cNvCxnSpPr/>
          <p:nvPr/>
        </p:nvCxnSpPr>
        <p:spPr>
          <a:xfrm rot="10800000" flipH="1">
            <a:off x="4491882" y="3055115"/>
            <a:ext cx="4628778" cy="6936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68" name="Shape 6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9" name="Google Shape;6269;p149"/>
          <p:cNvGrpSpPr/>
          <p:nvPr/>
        </p:nvGrpSpPr>
        <p:grpSpPr>
          <a:xfrm>
            <a:off x="3891860" y="1142120"/>
            <a:ext cx="5662956" cy="3724528"/>
            <a:chOff x="3202748" y="1099263"/>
            <a:chExt cx="4592729" cy="2619308"/>
          </a:xfrm>
        </p:grpSpPr>
        <p:sp>
          <p:nvSpPr>
            <p:cNvPr id="6270" name="Google Shape;6270;p149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71" name="Google Shape;6271;p149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72" name="Google Shape;6272;p149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73" name="Google Shape;6273;p149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74" name="Google Shape;6274;p149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275" name="Google Shape;6275;p149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6" name="Google Shape;6276;p149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7" name="Google Shape;6277;p149"/>
            <p:cNvCxnSpPr>
              <a:endCxn id="6274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8" name="Google Shape;6278;p149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79" name="Google Shape;6279;p149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80" name="Google Shape;6280;p149"/>
            <p:cNvCxnSpPr>
              <a:endCxn id="6271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81" name="Google Shape;6281;p149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82" name="Google Shape;6282;p149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83" name="Google Shape;6283;p149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284" name="Google Shape;6284;p149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85" name="Google Shape;6285;p149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86" name="Google Shape;6286;p149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87" name="Google Shape;6287;p149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88" name="Google Shape;6288;p149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89" name="Google Shape;6289;p149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90" name="Google Shape;6290;p149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91" name="Google Shape;6291;p149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92" name="Google Shape;6292;p149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93" name="Google Shape;6293;p149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['BD',['DE’],6,1]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294" name="Google Shape;6294;p149"/>
          <p:cNvCxnSpPr>
            <a:endCxn id="6274" idx="1"/>
          </p:cNvCxnSpPr>
          <p:nvPr/>
        </p:nvCxnSpPr>
        <p:spPr>
          <a:xfrm>
            <a:off x="5797248" y="1572093"/>
            <a:ext cx="1891200" cy="19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95" name="Google Shape;6295;p149"/>
          <p:cNvCxnSpPr/>
          <p:nvPr/>
        </p:nvCxnSpPr>
        <p:spPr>
          <a:xfrm>
            <a:off x="8178214" y="1852374"/>
            <a:ext cx="901223" cy="104164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9" name="Shape 6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0" name="Google Shape;6300;p150"/>
          <p:cNvGrpSpPr/>
          <p:nvPr/>
        </p:nvGrpSpPr>
        <p:grpSpPr>
          <a:xfrm>
            <a:off x="3852103" y="1142120"/>
            <a:ext cx="5662956" cy="3724528"/>
            <a:chOff x="3202748" y="1099263"/>
            <a:chExt cx="4592729" cy="2619308"/>
          </a:xfrm>
        </p:grpSpPr>
        <p:sp>
          <p:nvSpPr>
            <p:cNvPr id="6301" name="Google Shape;6301;p150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02" name="Google Shape;6302;p150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03" name="Google Shape;6303;p150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04" name="Google Shape;6304;p150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05" name="Google Shape;6305;p150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306" name="Google Shape;6306;p150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07" name="Google Shape;6307;p150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08" name="Google Shape;6308;p150"/>
            <p:cNvCxnSpPr>
              <a:endCxn id="6305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09" name="Google Shape;6309;p150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0" name="Google Shape;6310;p150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1" name="Google Shape;6311;p150"/>
            <p:cNvCxnSpPr>
              <a:endCxn id="6302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2" name="Google Shape;6312;p150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3" name="Google Shape;6313;p150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14" name="Google Shape;6314;p150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315" name="Google Shape;6315;p150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16" name="Google Shape;6316;p150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17" name="Google Shape;6317;p150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18" name="Google Shape;6318;p150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19" name="Google Shape;6319;p150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20" name="Google Shape;6320;p150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21" name="Google Shape;6321;p150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22" name="Google Shape;6322;p150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23" name="Google Shape;6323;p150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324" name="Google Shape;6324;p150"/>
          <p:cNvSpPr txBox="1"/>
          <p:nvPr/>
        </p:nvSpPr>
        <p:spPr>
          <a:xfrm>
            <a:off x="927478" y="1142120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325" name="Google Shape;6325;p150"/>
          <p:cNvCxnSpPr/>
          <p:nvPr/>
        </p:nvCxnSpPr>
        <p:spPr>
          <a:xfrm>
            <a:off x="5719310" y="1728509"/>
            <a:ext cx="3207498" cy="129314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29" name="Shape 6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0" name="Google Shape;6330;p151"/>
          <p:cNvGrpSpPr/>
          <p:nvPr/>
        </p:nvGrpSpPr>
        <p:grpSpPr>
          <a:xfrm>
            <a:off x="4064138" y="1123655"/>
            <a:ext cx="5662956" cy="3724528"/>
            <a:chOff x="3202748" y="1099263"/>
            <a:chExt cx="4592729" cy="2619308"/>
          </a:xfrm>
        </p:grpSpPr>
        <p:sp>
          <p:nvSpPr>
            <p:cNvPr id="6331" name="Google Shape;6331;p151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32" name="Google Shape;6332;p151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33" name="Google Shape;6333;p151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34" name="Google Shape;6334;p151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35" name="Google Shape;6335;p151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336" name="Google Shape;6336;p151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37" name="Google Shape;6337;p151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38" name="Google Shape;6338;p151"/>
            <p:cNvCxnSpPr>
              <a:endCxn id="6335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39" name="Google Shape;6339;p151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40" name="Google Shape;6340;p151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41" name="Google Shape;6341;p151"/>
            <p:cNvCxnSpPr>
              <a:endCxn id="6332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42" name="Google Shape;6342;p151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43" name="Google Shape;6343;p151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44" name="Google Shape;6344;p151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345" name="Google Shape;6345;p151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46" name="Google Shape;6346;p151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47" name="Google Shape;6347;p151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48" name="Google Shape;6348;p151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49" name="Google Shape;6349;p151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50" name="Google Shape;6350;p151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51" name="Google Shape;6351;p151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52" name="Google Shape;6352;p151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53" name="Google Shape;6353;p151"/>
            <p:cNvSpPr txBox="1"/>
            <p:nvPr/>
          </p:nvSpPr>
          <p:spPr>
            <a:xfrm>
              <a:off x="5408356" y="206104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354" name="Google Shape;6354;p151"/>
          <p:cNvSpPr txBox="1"/>
          <p:nvPr/>
        </p:nvSpPr>
        <p:spPr>
          <a:xfrm>
            <a:off x="694609" y="1278195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355" name="Google Shape;6355;p151"/>
          <p:cNvCxnSpPr>
            <a:endCxn id="6334" idx="0"/>
          </p:cNvCxnSpPr>
          <p:nvPr/>
        </p:nvCxnSpPr>
        <p:spPr>
          <a:xfrm>
            <a:off x="5724030" y="1859590"/>
            <a:ext cx="38700" cy="2244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56" name="Google Shape;6356;p151"/>
          <p:cNvCxnSpPr/>
          <p:nvPr/>
        </p:nvCxnSpPr>
        <p:spPr>
          <a:xfrm rot="10800000" flipH="1">
            <a:off x="5979880" y="1962672"/>
            <a:ext cx="1944207" cy="2259126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57" name="Google Shape;6357;p151"/>
          <p:cNvCxnSpPr>
            <a:stCxn id="6334" idx="3"/>
            <a:endCxn id="6332" idx="1"/>
          </p:cNvCxnSpPr>
          <p:nvPr/>
        </p:nvCxnSpPr>
        <p:spPr>
          <a:xfrm rot="10800000" flipH="1">
            <a:off x="6056855" y="3189486"/>
            <a:ext cx="3081900" cy="1286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61" name="Shape 6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2" name="Google Shape;6362;p152"/>
          <p:cNvGrpSpPr/>
          <p:nvPr/>
        </p:nvGrpSpPr>
        <p:grpSpPr>
          <a:xfrm>
            <a:off x="4064138" y="1139019"/>
            <a:ext cx="5662956" cy="3724528"/>
            <a:chOff x="3202748" y="1099263"/>
            <a:chExt cx="4592729" cy="2619308"/>
          </a:xfrm>
        </p:grpSpPr>
        <p:sp>
          <p:nvSpPr>
            <p:cNvPr id="6363" name="Google Shape;6363;p152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64" name="Google Shape;6364;p152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65" name="Google Shape;6365;p152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66" name="Google Shape;6366;p152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67" name="Google Shape;6367;p152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368" name="Google Shape;6368;p152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69" name="Google Shape;6369;p152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0" name="Google Shape;6370;p152"/>
            <p:cNvCxnSpPr>
              <a:endCxn id="6367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1" name="Google Shape;6371;p152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2" name="Google Shape;6372;p152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3" name="Google Shape;6373;p152"/>
            <p:cNvCxnSpPr>
              <a:endCxn id="6364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4" name="Google Shape;6374;p152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5" name="Google Shape;6375;p152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76" name="Google Shape;6376;p152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377" name="Google Shape;6377;p152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78" name="Google Shape;6378;p152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79" name="Google Shape;6379;p152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0" name="Google Shape;6380;p152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1" name="Google Shape;6381;p152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2" name="Google Shape;6382;p152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3" name="Google Shape;6383;p152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4" name="Google Shape;6384;p152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85" name="Google Shape;6385;p152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386" name="Google Shape;6386;p152"/>
          <p:cNvSpPr txBox="1"/>
          <p:nvPr/>
        </p:nvSpPr>
        <p:spPr>
          <a:xfrm>
            <a:off x="608009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387" name="Google Shape;6387;p152"/>
          <p:cNvCxnSpPr>
            <a:endCxn id="6367" idx="1"/>
          </p:cNvCxnSpPr>
          <p:nvPr/>
        </p:nvCxnSpPr>
        <p:spPr>
          <a:xfrm>
            <a:off x="5983326" y="1584592"/>
            <a:ext cx="1877400" cy="182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88" name="Google Shape;6388;p152"/>
          <p:cNvCxnSpPr/>
          <p:nvPr/>
        </p:nvCxnSpPr>
        <p:spPr>
          <a:xfrm>
            <a:off x="5708102" y="1864355"/>
            <a:ext cx="54588" cy="234390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89" name="Google Shape;6389;p152"/>
          <p:cNvCxnSpPr/>
          <p:nvPr/>
        </p:nvCxnSpPr>
        <p:spPr>
          <a:xfrm>
            <a:off x="5988944" y="1737372"/>
            <a:ext cx="3167529" cy="129570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93" name="Shape 6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4" name="Google Shape;6394;p153"/>
          <p:cNvGrpSpPr/>
          <p:nvPr/>
        </p:nvGrpSpPr>
        <p:grpSpPr>
          <a:xfrm>
            <a:off x="4117147" y="1261127"/>
            <a:ext cx="5662956" cy="3724528"/>
            <a:chOff x="3202748" y="1099263"/>
            <a:chExt cx="4592729" cy="2619308"/>
          </a:xfrm>
        </p:grpSpPr>
        <p:sp>
          <p:nvSpPr>
            <p:cNvPr id="6395" name="Google Shape;6395;p153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96" name="Google Shape;6396;p153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97" name="Google Shape;6397;p153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98" name="Google Shape;6398;p153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99" name="Google Shape;6399;p153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400" name="Google Shape;6400;p153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1" name="Google Shape;6401;p153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2" name="Google Shape;6402;p153"/>
            <p:cNvCxnSpPr>
              <a:endCxn id="6399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3" name="Google Shape;6403;p153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4" name="Google Shape;6404;p153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5" name="Google Shape;6405;p153"/>
            <p:cNvCxnSpPr>
              <a:endCxn id="6396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6" name="Google Shape;6406;p153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7" name="Google Shape;6407;p153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08" name="Google Shape;6408;p153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409" name="Google Shape;6409;p153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0" name="Google Shape;6410;p153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1" name="Google Shape;6411;p153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2" name="Google Shape;6412;p153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3" name="Google Shape;6413;p153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4" name="Google Shape;6414;p153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5" name="Google Shape;6415;p153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6" name="Google Shape;6416;p153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17" name="Google Shape;6417;p153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418" name="Google Shape;6418;p153"/>
          <p:cNvSpPr txBox="1"/>
          <p:nvPr/>
        </p:nvSpPr>
        <p:spPr>
          <a:xfrm>
            <a:off x="621271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419" name="Google Shape;6419;p153"/>
          <p:cNvCxnSpPr/>
          <p:nvPr/>
        </p:nvCxnSpPr>
        <p:spPr>
          <a:xfrm flipH="1">
            <a:off x="6072802" y="2100144"/>
            <a:ext cx="1924505" cy="22608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20" name="Google Shape;6420;p153"/>
          <p:cNvCxnSpPr/>
          <p:nvPr/>
        </p:nvCxnSpPr>
        <p:spPr>
          <a:xfrm>
            <a:off x="8359917" y="1966625"/>
            <a:ext cx="944807" cy="1046397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24" name="Shape 6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5" name="Google Shape;6425;p154"/>
          <p:cNvGrpSpPr/>
          <p:nvPr/>
        </p:nvGrpSpPr>
        <p:grpSpPr>
          <a:xfrm>
            <a:off x="4011130" y="1245523"/>
            <a:ext cx="5662956" cy="3724528"/>
            <a:chOff x="3202748" y="1099263"/>
            <a:chExt cx="4592729" cy="2619308"/>
          </a:xfrm>
        </p:grpSpPr>
        <p:sp>
          <p:nvSpPr>
            <p:cNvPr id="6426" name="Google Shape;6426;p154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27" name="Google Shape;6427;p154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28" name="Google Shape;6428;p154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29" name="Google Shape;6429;p154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30" name="Google Shape;6430;p154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431" name="Google Shape;6431;p154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2" name="Google Shape;6432;p154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3" name="Google Shape;6433;p154"/>
            <p:cNvCxnSpPr>
              <a:endCxn id="6430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4" name="Google Shape;6434;p154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5" name="Google Shape;6435;p154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6" name="Google Shape;6436;p154"/>
            <p:cNvCxnSpPr>
              <a:endCxn id="6427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7" name="Google Shape;6437;p154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8" name="Google Shape;6438;p154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39" name="Google Shape;6439;p154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440" name="Google Shape;6440;p154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1" name="Google Shape;6441;p154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2" name="Google Shape;6442;p154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3" name="Google Shape;6443;p154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4" name="Google Shape;6444;p154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5" name="Google Shape;6445;p154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6" name="Google Shape;6446;p154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7" name="Google Shape;6447;p154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48" name="Google Shape;6448;p154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449" name="Google Shape;6449;p154"/>
          <p:cNvSpPr txBox="1"/>
          <p:nvPr/>
        </p:nvSpPr>
        <p:spPr>
          <a:xfrm>
            <a:off x="585727" y="1276732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450" name="Google Shape;6450;p154"/>
          <p:cNvCxnSpPr>
            <a:stCxn id="6427" idx="1"/>
            <a:endCxn id="6429" idx="3"/>
          </p:cNvCxnSpPr>
          <p:nvPr/>
        </p:nvCxnSpPr>
        <p:spPr>
          <a:xfrm flipH="1">
            <a:off x="6003935" y="3311480"/>
            <a:ext cx="3081900" cy="1286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54" name="Shape 6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5" name="Google Shape;6455;p155"/>
          <p:cNvGrpSpPr/>
          <p:nvPr/>
        </p:nvGrpSpPr>
        <p:grpSpPr>
          <a:xfrm>
            <a:off x="4209913" y="1132093"/>
            <a:ext cx="5662956" cy="3724528"/>
            <a:chOff x="3202748" y="1099263"/>
            <a:chExt cx="4592729" cy="2619308"/>
          </a:xfrm>
        </p:grpSpPr>
        <p:sp>
          <p:nvSpPr>
            <p:cNvPr id="6456" name="Google Shape;6456;p155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57" name="Google Shape;6457;p155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58" name="Google Shape;6458;p155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59" name="Google Shape;6459;p155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60" name="Google Shape;6460;p155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461" name="Google Shape;6461;p155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2" name="Google Shape;6462;p155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3" name="Google Shape;6463;p155"/>
            <p:cNvCxnSpPr>
              <a:endCxn id="6460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4" name="Google Shape;6464;p155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5" name="Google Shape;6465;p155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6" name="Google Shape;6466;p155"/>
            <p:cNvCxnSpPr>
              <a:endCxn id="6457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7" name="Google Shape;6467;p155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8" name="Google Shape;6468;p155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69" name="Google Shape;6469;p155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470" name="Google Shape;6470;p155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1" name="Google Shape;6471;p155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2" name="Google Shape;6472;p155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3" name="Google Shape;6473;p155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4" name="Google Shape;6474;p155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5" name="Google Shape;6475;p155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6" name="Google Shape;6476;p155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7" name="Google Shape;6477;p155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8" name="Google Shape;6478;p155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479" name="Google Shape;6479;p155"/>
          <p:cNvSpPr txBox="1"/>
          <p:nvPr/>
        </p:nvSpPr>
        <p:spPr>
          <a:xfrm>
            <a:off x="598112" y="1132093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480" name="Google Shape;6480;p155"/>
          <p:cNvCxnSpPr/>
          <p:nvPr/>
        </p:nvCxnSpPr>
        <p:spPr>
          <a:xfrm rot="10800000">
            <a:off x="8425664" y="1828878"/>
            <a:ext cx="971826" cy="101994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84" name="Shape 6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5" name="Google Shape;6485;p156"/>
          <p:cNvGrpSpPr/>
          <p:nvPr/>
        </p:nvGrpSpPr>
        <p:grpSpPr>
          <a:xfrm>
            <a:off x="4408695" y="1284793"/>
            <a:ext cx="5662956" cy="3724528"/>
            <a:chOff x="3202748" y="1099263"/>
            <a:chExt cx="4592729" cy="2619308"/>
          </a:xfrm>
        </p:grpSpPr>
        <p:sp>
          <p:nvSpPr>
            <p:cNvPr id="6486" name="Google Shape;6486;p156"/>
            <p:cNvSpPr txBox="1"/>
            <p:nvPr/>
          </p:nvSpPr>
          <p:spPr>
            <a:xfrm>
              <a:off x="3202748" y="2181129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A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87" name="Google Shape;6487;p156"/>
            <p:cNvSpPr txBox="1"/>
            <p:nvPr/>
          </p:nvSpPr>
          <p:spPr>
            <a:xfrm>
              <a:off x="7318398" y="2290556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88" name="Google Shape;6488;p156"/>
            <p:cNvSpPr txBox="1"/>
            <p:nvPr/>
          </p:nvSpPr>
          <p:spPr>
            <a:xfrm>
              <a:off x="4341788" y="121197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B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89" name="Google Shape;6489;p156"/>
            <p:cNvSpPr txBox="1"/>
            <p:nvPr/>
          </p:nvSpPr>
          <p:spPr>
            <a:xfrm>
              <a:off x="4341788" y="3195351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90" name="Google Shape;6490;p156"/>
            <p:cNvSpPr txBox="1"/>
            <p:nvPr/>
          </p:nvSpPr>
          <p:spPr>
            <a:xfrm>
              <a:off x="6281829" y="1279492"/>
              <a:ext cx="4770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8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</a:t>
              </a:r>
              <a:endParaRPr lang="pt-BR" sz="2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6491" name="Google Shape;6491;p156"/>
            <p:cNvCxnSpPr/>
            <p:nvPr/>
          </p:nvCxnSpPr>
          <p:spPr>
            <a:xfrm>
              <a:off x="3595940" y="2582189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2" name="Google Shape;6492;p156"/>
            <p:cNvCxnSpPr/>
            <p:nvPr/>
          </p:nvCxnSpPr>
          <p:spPr>
            <a:xfrm rot="10800000">
              <a:off x="4533528" y="1772102"/>
              <a:ext cx="58691" cy="1392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3" name="Google Shape;6493;p156"/>
            <p:cNvCxnSpPr>
              <a:endCxn id="6490" idx="1"/>
            </p:cNvCxnSpPr>
            <p:nvPr/>
          </p:nvCxnSpPr>
          <p:spPr>
            <a:xfrm>
              <a:off x="4783929" y="1427702"/>
              <a:ext cx="1497900" cy="11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4" name="Google Shape;6494;p156"/>
            <p:cNvCxnSpPr/>
            <p:nvPr/>
          </p:nvCxnSpPr>
          <p:spPr>
            <a:xfrm rot="10800000" flipH="1">
              <a:off x="3614139" y="1616730"/>
              <a:ext cx="727649" cy="70720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5" name="Google Shape;6495;p156"/>
            <p:cNvCxnSpPr/>
            <p:nvPr/>
          </p:nvCxnSpPr>
          <p:spPr>
            <a:xfrm>
              <a:off x="4773573" y="1507297"/>
              <a:ext cx="2544825" cy="90063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6" name="Google Shape;6496;p156"/>
            <p:cNvCxnSpPr>
              <a:endCxn id="6487" idx="1"/>
            </p:cNvCxnSpPr>
            <p:nvPr/>
          </p:nvCxnSpPr>
          <p:spPr>
            <a:xfrm rot="10800000" flipH="1">
              <a:off x="4873698" y="2552166"/>
              <a:ext cx="2444700" cy="87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7" name="Google Shape;6497;p156"/>
            <p:cNvCxnSpPr/>
            <p:nvPr/>
          </p:nvCxnSpPr>
          <p:spPr>
            <a:xfrm>
              <a:off x="6664091" y="1609362"/>
              <a:ext cx="745848" cy="72193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8" name="Google Shape;6498;p156"/>
            <p:cNvCxnSpPr/>
            <p:nvPr/>
          </p:nvCxnSpPr>
          <p:spPr>
            <a:xfrm rot="10800000" flipH="1">
              <a:off x="4781600" y="1748315"/>
              <a:ext cx="1500229" cy="151662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99" name="Google Shape;6499;p156"/>
            <p:cNvCxnSpPr/>
            <p:nvPr/>
          </p:nvCxnSpPr>
          <p:spPr>
            <a:xfrm rot="10800000" flipH="1">
              <a:off x="3646464" y="2462999"/>
              <a:ext cx="3671934" cy="124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sp>
          <p:nvSpPr>
            <p:cNvPr id="6500" name="Google Shape;6500;p156"/>
            <p:cNvSpPr txBox="1"/>
            <p:nvPr/>
          </p:nvSpPr>
          <p:spPr>
            <a:xfrm>
              <a:off x="3559909" y="161673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5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1" name="Google Shape;6501;p156"/>
            <p:cNvSpPr txBox="1"/>
            <p:nvPr/>
          </p:nvSpPr>
          <p:spPr>
            <a:xfrm>
              <a:off x="3599665" y="2931359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2" name="Google Shape;6502;p156"/>
            <p:cNvSpPr txBox="1"/>
            <p:nvPr/>
          </p:nvSpPr>
          <p:spPr>
            <a:xfrm>
              <a:off x="5672930" y="311493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3" name="Google Shape;6503;p156"/>
            <p:cNvSpPr txBox="1"/>
            <p:nvPr/>
          </p:nvSpPr>
          <p:spPr>
            <a:xfrm>
              <a:off x="3824952" y="227270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30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4" name="Google Shape;6504;p156"/>
            <p:cNvSpPr txBox="1"/>
            <p:nvPr/>
          </p:nvSpPr>
          <p:spPr>
            <a:xfrm>
              <a:off x="6228821" y="1916938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5" name="Google Shape;6505;p156"/>
            <p:cNvSpPr txBox="1"/>
            <p:nvPr/>
          </p:nvSpPr>
          <p:spPr>
            <a:xfrm>
              <a:off x="4434553" y="1992164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11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6" name="Google Shape;6506;p156"/>
            <p:cNvSpPr txBox="1"/>
            <p:nvPr/>
          </p:nvSpPr>
          <p:spPr>
            <a:xfrm>
              <a:off x="5075065" y="1099263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6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7" name="Google Shape;6507;p156"/>
            <p:cNvSpPr txBox="1"/>
            <p:nvPr/>
          </p:nvSpPr>
          <p:spPr>
            <a:xfrm>
              <a:off x="6905498" y="1662860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8" name="Google Shape;6508;p156"/>
            <p:cNvSpPr txBox="1"/>
            <p:nvPr/>
          </p:nvSpPr>
          <p:spPr>
            <a:xfrm>
              <a:off x="5453158" y="2106515"/>
              <a:ext cx="5300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17</a:t>
              </a:r>
              <a:endParaRPr lang="pt-BR" sz="2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509" name="Google Shape;6509;p156"/>
          <p:cNvSpPr txBox="1"/>
          <p:nvPr/>
        </p:nvSpPr>
        <p:spPr>
          <a:xfrm>
            <a:off x="649198" y="1190028"/>
            <a:ext cx="331204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 = ['AB',['BD','BE','BC'],5,1]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 = ['AC',['CB','CD','CE'],6,1]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ae = ['AE',[],30,1]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bd = ['BD',['DE','DC'],6,1]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 = ['BE',[],16,1]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bc = ['BC',['CD','CE'],11,1]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cb = ['CB',['BD','BE'],11,1]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cd = ['CD',['DE'],17,1]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 = ['CE',[],10,1]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 = ['DE',[],4,1]</a:t>
            </a:r>
            <a:endParaRPr lang="pt-BR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dc = ['DC',['CE'],17,1]</a:t>
            </a:r>
            <a:endParaRPr lang="pt-BR" sz="1800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510" name="Google Shape;6510;p156"/>
          <p:cNvCxnSpPr/>
          <p:nvPr/>
        </p:nvCxnSpPr>
        <p:spPr>
          <a:xfrm rot="10800000" flipH="1">
            <a:off x="6411309" y="2044152"/>
            <a:ext cx="1973716" cy="232012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11" name="Google Shape;6511;p156"/>
          <p:cNvCxnSpPr>
            <a:endCxn id="6487" idx="1"/>
          </p:cNvCxnSpPr>
          <p:nvPr/>
        </p:nvCxnSpPr>
        <p:spPr>
          <a:xfrm rot="10800000" flipH="1">
            <a:off x="6432700" y="3350750"/>
            <a:ext cx="3050700" cy="1253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11458</Words>
  <Application>WPS Presentation</Application>
  <PresentationFormat/>
  <Paragraphs>1755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3" baseType="lpstr">
      <vt:lpstr>Arial</vt:lpstr>
      <vt:lpstr>SimSun</vt:lpstr>
      <vt:lpstr>Wingdings</vt:lpstr>
      <vt:lpstr>Arial</vt:lpstr>
      <vt:lpstr>Calibri</vt:lpstr>
      <vt:lpstr>Montserrat</vt:lpstr>
      <vt:lpstr>Noto Sans Symbols</vt:lpstr>
      <vt:lpstr>Noto Sans</vt:lpstr>
      <vt:lpstr>Microsoft YaHei</vt:lpstr>
      <vt:lpstr>Arial Unicode MS</vt:lpstr>
      <vt:lpstr>Tw Cen MT</vt:lpstr>
      <vt:lpstr>Times New Roman</vt:lpstr>
      <vt:lpstr>Tema do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filip</cp:lastModifiedBy>
  <cp:revision>9</cp:revision>
  <dcterms:created xsi:type="dcterms:W3CDTF">2023-06-20T13:40:11Z</dcterms:created>
  <dcterms:modified xsi:type="dcterms:W3CDTF">2023-06-20T14:39:59Z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9E9A47D8FE7C444EA52F4F3FF2B940A8</vt:lpwstr>
  </property>
  <property fmtid="{D5CDD505-2E9C-101B-9397-08002B2CF9AE}" pid="3" name="KSOProductBuildVer">
    <vt:lpwstr>1046-11.2.0.11537</vt:lpwstr>
  </property>
</Properties>
</file>